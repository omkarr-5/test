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jpg" ContentType="image/jp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7556500" cy="10693400"/>
  <p:notesSz cx="7556500" cy="10693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8720" y="2839846"/>
            <a:ext cx="5177590" cy="50144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9560" y="718464"/>
            <a:ext cx="5241925" cy="68522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085339" marR="2078989" indent="635">
              <a:lnSpc>
                <a:spcPct val="148200"/>
              </a:lnSpc>
              <a:spcBef>
                <a:spcPts val="100"/>
              </a:spcBef>
            </a:pPr>
            <a:r>
              <a:rPr dirty="0" sz="2200" spc="-5">
                <a:latin typeface="Times New Roman"/>
                <a:cs typeface="Times New Roman"/>
              </a:rPr>
              <a:t>A 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 spc="-5">
                <a:latin typeface="Times New Roman"/>
                <a:cs typeface="Times New Roman"/>
              </a:rPr>
              <a:t>REPORT  </a:t>
            </a:r>
            <a:r>
              <a:rPr dirty="0" sz="2200" spc="-10">
                <a:latin typeface="Times New Roman"/>
                <a:cs typeface="Times New Roman"/>
              </a:rPr>
              <a:t>ON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270"/>
              </a:spcBef>
            </a:pPr>
            <a:r>
              <a:rPr dirty="0" sz="2200" spc="-5" b="1">
                <a:latin typeface="Times New Roman"/>
                <a:cs typeface="Times New Roman"/>
              </a:rPr>
              <a:t>CREDIT-BOOST</a:t>
            </a:r>
            <a:endParaRPr sz="2200">
              <a:latin typeface="Times New Roman"/>
              <a:cs typeface="Times New Roman"/>
            </a:endParaRPr>
          </a:p>
          <a:p>
            <a:pPr marL="1529080" marR="1521460" indent="897255">
              <a:lnSpc>
                <a:spcPts val="3920"/>
              </a:lnSpc>
              <a:spcBef>
                <a:spcPts val="325"/>
              </a:spcBef>
            </a:pPr>
            <a:r>
              <a:rPr dirty="0" sz="2200" spc="-5">
                <a:latin typeface="Times New Roman"/>
                <a:cs typeface="Times New Roman"/>
              </a:rPr>
              <a:t>For 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 spc="-5">
                <a:latin typeface="Times New Roman"/>
                <a:cs typeface="Times New Roman"/>
              </a:rPr>
              <a:t>‘</a:t>
            </a:r>
            <a:r>
              <a:rPr dirty="0" sz="2200" spc="-5" b="1">
                <a:latin typeface="Times New Roman"/>
                <a:cs typeface="Times New Roman"/>
              </a:rPr>
              <a:t>Kaldin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Solutions</a:t>
            </a:r>
            <a:r>
              <a:rPr dirty="0" sz="2200">
                <a:latin typeface="Times New Roman"/>
                <a:cs typeface="Times New Roman"/>
              </a:rPr>
              <a:t>’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dirty="0" sz="2200" spc="-10">
                <a:latin typeface="Times New Roman"/>
                <a:cs typeface="Times New Roman"/>
              </a:rPr>
              <a:t>BY</a:t>
            </a:r>
            <a:endParaRPr sz="2200">
              <a:latin typeface="Times New Roman"/>
              <a:cs typeface="Times New Roman"/>
            </a:endParaRPr>
          </a:p>
          <a:p>
            <a:pPr marL="1704339" marR="1248410" indent="-449580">
              <a:lnSpc>
                <a:spcPct val="148000"/>
              </a:lnSpc>
              <a:spcBef>
                <a:spcPts val="5"/>
              </a:spcBef>
            </a:pPr>
            <a:r>
              <a:rPr dirty="0" sz="2200" spc="-5" b="1">
                <a:latin typeface="Times New Roman"/>
                <a:cs typeface="Times New Roman"/>
              </a:rPr>
              <a:t>Gayatri Rajiv Shirsath </a:t>
            </a:r>
            <a:r>
              <a:rPr dirty="0" sz="2200" spc="-540" b="1">
                <a:latin typeface="Times New Roman"/>
                <a:cs typeface="Times New Roman"/>
              </a:rPr>
              <a:t> </a:t>
            </a:r>
            <a:r>
              <a:rPr dirty="0" sz="2200" spc="-5">
                <a:latin typeface="Times New Roman"/>
                <a:cs typeface="Times New Roman"/>
              </a:rPr>
              <a:t>Course: </a:t>
            </a:r>
            <a:r>
              <a:rPr dirty="0" sz="2200">
                <a:latin typeface="Times New Roman"/>
                <a:cs typeface="Times New Roman"/>
              </a:rPr>
              <a:t>MCA </a:t>
            </a:r>
            <a:r>
              <a:rPr dirty="0" sz="2200" spc="-5">
                <a:latin typeface="Times New Roman"/>
                <a:cs typeface="Times New Roman"/>
              </a:rPr>
              <a:t>II 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 spc="-5">
                <a:latin typeface="Times New Roman"/>
                <a:cs typeface="Times New Roman"/>
              </a:rPr>
              <a:t>Roll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 spc="-5">
                <a:latin typeface="Times New Roman"/>
                <a:cs typeface="Times New Roman"/>
              </a:rPr>
              <a:t>No: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 spc="-5">
                <a:latin typeface="Times New Roman"/>
                <a:cs typeface="Times New Roman"/>
              </a:rPr>
              <a:t>22030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algn="ctr" marL="12700" marR="5080" indent="-635">
              <a:lnSpc>
                <a:spcPct val="110500"/>
              </a:lnSpc>
              <a:spcBef>
                <a:spcPts val="2145"/>
              </a:spcBef>
            </a:pPr>
            <a:r>
              <a:rPr dirty="0" sz="2200" spc="-5" b="1">
                <a:latin typeface="Times New Roman"/>
                <a:cs typeface="Times New Roman"/>
              </a:rPr>
              <a:t>PRATIBHA</a:t>
            </a:r>
            <a:r>
              <a:rPr dirty="0" sz="2200" spc="5" b="1">
                <a:latin typeface="Times New Roman"/>
                <a:cs typeface="Times New Roman"/>
              </a:rPr>
              <a:t> </a:t>
            </a:r>
            <a:r>
              <a:rPr dirty="0" sz="2200" spc="-5" b="1">
                <a:latin typeface="Times New Roman"/>
                <a:cs typeface="Times New Roman"/>
              </a:rPr>
              <a:t>INSTITUTE</a:t>
            </a:r>
            <a:r>
              <a:rPr dirty="0" sz="2200" b="1">
                <a:latin typeface="Times New Roman"/>
                <a:cs typeface="Times New Roman"/>
              </a:rPr>
              <a:t> </a:t>
            </a:r>
            <a:r>
              <a:rPr dirty="0" sz="2200" spc="-5" b="1">
                <a:latin typeface="Times New Roman"/>
                <a:cs typeface="Times New Roman"/>
              </a:rPr>
              <a:t>OF</a:t>
            </a:r>
            <a:r>
              <a:rPr dirty="0" sz="2200" spc="-1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BUSINESS </a:t>
            </a:r>
            <a:r>
              <a:rPr dirty="0" sz="2200" spc="5" b="1">
                <a:latin typeface="Times New Roman"/>
                <a:cs typeface="Times New Roman"/>
              </a:rPr>
              <a:t> </a:t>
            </a:r>
            <a:r>
              <a:rPr dirty="0" sz="2200" spc="-5" b="1">
                <a:latin typeface="Times New Roman"/>
                <a:cs typeface="Times New Roman"/>
              </a:rPr>
              <a:t>MANAGEMENTCHINCHWAD,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PUNE-19</a:t>
            </a:r>
            <a:endParaRPr sz="22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1275"/>
              </a:spcBef>
            </a:pPr>
            <a:r>
              <a:rPr dirty="0" sz="2200" spc="-5" b="1">
                <a:latin typeface="Times New Roman"/>
                <a:cs typeface="Times New Roman"/>
              </a:rPr>
              <a:t>2023-2024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3879" y="7738109"/>
            <a:ext cx="1350009" cy="135001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875" y="882141"/>
            <a:ext cx="92456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latin typeface="Times New Roman"/>
                <a:cs typeface="Times New Roman"/>
              </a:rPr>
              <a:t>INDEX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3076" y="1411477"/>
          <a:ext cx="5999480" cy="6976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250"/>
                <a:gridCol w="4879340"/>
              </a:tblGrid>
              <a:tr h="284987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Chapter</a:t>
                      </a:r>
                      <a:r>
                        <a:rPr dirty="0" sz="1050" spc="-5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No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Details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51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Introduction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1.1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Profile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/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Institute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Profile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/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 Profile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51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1.2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Abstract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498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1.3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Existing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System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Need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System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022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1.4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Scope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3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System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892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1.5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Operating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Environment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Hardware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Software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498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1.6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Brief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Technology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1.6.1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Operating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systems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(Windows 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Unix)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870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1.6.2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RDBMS/No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Sql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used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build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database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(mysql/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oracle,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Teradata,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etc.)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Proposed</a:t>
                      </a:r>
                      <a:r>
                        <a:rPr dirty="0" sz="1050" spc="-3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System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498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2.2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Feasibility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Study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022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2.3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Objectives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Proposed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System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498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2.4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Users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System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76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46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Analysis</a:t>
                      </a:r>
                      <a:r>
                        <a:rPr dirty="0" sz="1050" spc="-2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1050" spc="-3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Design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46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022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3.1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System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Requirements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(Functional</a:t>
                      </a:r>
                      <a:r>
                        <a:rPr dirty="0" sz="1050" spc="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Non-Functional</a:t>
                      </a:r>
                      <a:r>
                        <a:rPr dirty="0" sz="1050" spc="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requirements)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498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3.2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Entity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Relationship Diagram (ERD)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51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3.3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Table</a:t>
                      </a:r>
                      <a:r>
                        <a:rPr dirty="0" sz="1050" spc="-4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Structure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498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3.4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Case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Diagrams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022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3.5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Class</a:t>
                      </a:r>
                      <a:r>
                        <a:rPr dirty="0" sz="1050" spc="-3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Diagram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498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3.6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Activity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Diagram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51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3.7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Deployment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Diagram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08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3.8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Module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Hierarchy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Diagram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022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3.9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Sample Input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and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Output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Screens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374138"/>
            <a:ext cx="5715635" cy="7341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0640">
              <a:lnSpc>
                <a:spcPct val="100000"/>
              </a:lnSpc>
              <a:spcBef>
                <a:spcPts val="100"/>
              </a:spcBef>
            </a:pPr>
            <a:r>
              <a:rPr dirty="0" u="heavy" sz="18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dirty="0" sz="1800" spc="-5" b="1"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  <a:p>
            <a:pPr lvl="1" marL="819785" indent="-305435">
              <a:lnSpc>
                <a:spcPct val="100000"/>
              </a:lnSpc>
              <a:spcBef>
                <a:spcPts val="235"/>
              </a:spcBef>
              <a:buAutoNum type="arabicPeriod"/>
              <a:tabLst>
                <a:tab pos="820419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Company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Profile:</a:t>
            </a:r>
            <a:endParaRPr sz="16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155"/>
              </a:spcBef>
            </a:pPr>
            <a:r>
              <a:rPr dirty="0" sz="1600" spc="-5" b="1">
                <a:latin typeface="Times New Roman"/>
                <a:cs typeface="Times New Roman"/>
              </a:rPr>
              <a:t>Kaldin</a:t>
            </a:r>
            <a:r>
              <a:rPr dirty="0" sz="160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Solutions</a:t>
            </a:r>
            <a:r>
              <a:rPr dirty="0" sz="1600" spc="15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 </a:t>
            </a:r>
            <a:r>
              <a:rPr dirty="0" sz="1600" spc="-5">
                <a:latin typeface="Times New Roman"/>
                <a:cs typeface="Times New Roman"/>
              </a:rPr>
              <a:t>a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tech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savvy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company with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power</a:t>
            </a:r>
            <a:endParaRPr sz="1600">
              <a:latin typeface="Times New Roman"/>
              <a:cs typeface="Times New Roman"/>
            </a:endParaRPr>
          </a:p>
          <a:p>
            <a:pPr marL="514984" marR="5080">
              <a:lnSpc>
                <a:spcPct val="110200"/>
              </a:lnSpc>
              <a:spcBef>
                <a:spcPts val="10"/>
              </a:spcBef>
            </a:pP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 software giant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direction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flow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 dot-com.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addition, Kaldin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Solutions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Technology is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people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friendly;</a:t>
            </a:r>
            <a:r>
              <a:rPr dirty="0" sz="1600">
                <a:latin typeface="Times New Roman"/>
                <a:cs typeface="Times New Roman"/>
              </a:rPr>
              <a:t> not 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just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technology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oriented.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Think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us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as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powerful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UNIX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server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</a:t>
            </a:r>
            <a:r>
              <a:rPr dirty="0" sz="1600">
                <a:latin typeface="Times New Roman"/>
                <a:cs typeface="Times New Roman"/>
              </a:rPr>
              <a:t> user-friendly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windows </a:t>
            </a:r>
            <a:r>
              <a:rPr dirty="0" sz="1600">
                <a:latin typeface="Times New Roman"/>
                <a:cs typeface="Times New Roman"/>
              </a:rPr>
              <a:t>front end.</a:t>
            </a:r>
            <a:r>
              <a:rPr dirty="0" sz="1600" spc="-10">
                <a:latin typeface="Times New Roman"/>
                <a:cs typeface="Times New Roman"/>
              </a:rPr>
              <a:t> We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understand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that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most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our customers</a:t>
            </a:r>
            <a:r>
              <a:rPr dirty="0" sz="1600">
                <a:latin typeface="Times New Roman"/>
                <a:cs typeface="Times New Roman"/>
              </a:rPr>
              <a:t> are </a:t>
            </a:r>
            <a:r>
              <a:rPr dirty="0" sz="1600" spc="-5">
                <a:latin typeface="Times New Roman"/>
                <a:cs typeface="Times New Roman"/>
              </a:rPr>
              <a:t>neither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familiar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technology,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nor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have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time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resources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 devote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their technical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needs.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This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is</a:t>
            </a:r>
            <a:r>
              <a:rPr dirty="0" sz="1600">
                <a:latin typeface="Times New Roman"/>
                <a:cs typeface="Times New Roman"/>
              </a:rPr>
              <a:t> where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step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>
                <a:latin typeface="Times New Roman"/>
                <a:cs typeface="Times New Roman"/>
              </a:rPr>
              <a:t> lend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helping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hand.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Kaldin </a:t>
            </a:r>
            <a:r>
              <a:rPr dirty="0" sz="160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Solutions</a:t>
            </a:r>
            <a:r>
              <a:rPr dirty="0" sz="1600" spc="10" b="1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Technology shields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you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>
                <a:latin typeface="Times New Roman"/>
                <a:cs typeface="Times New Roman"/>
              </a:rPr>
              <a:t> technology</a:t>
            </a:r>
            <a:r>
              <a:rPr dirty="0" sz="1600" spc="-5">
                <a:latin typeface="Times New Roman"/>
                <a:cs typeface="Times New Roman"/>
              </a:rPr>
              <a:t> aspect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your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business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so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that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you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can </a:t>
            </a:r>
            <a:r>
              <a:rPr dirty="0" sz="1600">
                <a:latin typeface="Times New Roman"/>
                <a:cs typeface="Times New Roman"/>
              </a:rPr>
              <a:t>concentrate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what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matters;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your business.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We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use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state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art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infrastructure,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time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tested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software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methodologies,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best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practices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deliver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your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outsourcing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solutions.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Times New Roman"/>
              <a:cs typeface="Times New Roman"/>
            </a:endParaRPr>
          </a:p>
          <a:p>
            <a:pPr lvl="1" marL="769620" indent="-255270">
              <a:lnSpc>
                <a:spcPct val="100000"/>
              </a:lnSpc>
              <a:buAutoNum type="arabicPeriod" startAt="2"/>
              <a:tabLst>
                <a:tab pos="770255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Existing System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and</a:t>
            </a:r>
            <a:r>
              <a:rPr dirty="0" sz="1600" spc="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Need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for System</a:t>
            </a:r>
            <a:endParaRPr sz="1600">
              <a:latin typeface="Times New Roman"/>
              <a:cs typeface="Times New Roman"/>
            </a:endParaRPr>
          </a:p>
          <a:p>
            <a:pPr marL="514984" marR="393700" indent="411480">
              <a:lnSpc>
                <a:spcPts val="2110"/>
              </a:lnSpc>
              <a:spcBef>
                <a:spcPts val="75"/>
              </a:spcBef>
            </a:pPr>
            <a:r>
              <a:rPr dirty="0" sz="1600" spc="-5">
                <a:latin typeface="Times New Roman"/>
                <a:cs typeface="Times New Roman"/>
              </a:rPr>
              <a:t>Current project is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titled </a:t>
            </a:r>
            <a:r>
              <a:rPr dirty="0" sz="1600" spc="-5">
                <a:latin typeface="Times New Roman"/>
                <a:cs typeface="Times New Roman"/>
              </a:rPr>
              <a:t>as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Credit</a:t>
            </a:r>
            <a:r>
              <a:rPr dirty="0" sz="1600" spc="-5">
                <a:latin typeface="Times New Roman"/>
                <a:cs typeface="Times New Roman"/>
              </a:rPr>
              <a:t>-</a:t>
            </a:r>
            <a:r>
              <a:rPr dirty="0" sz="1600" spc="-5" b="1">
                <a:latin typeface="Times New Roman"/>
                <a:cs typeface="Times New Roman"/>
              </a:rPr>
              <a:t>Boost </a:t>
            </a:r>
            <a:r>
              <a:rPr dirty="0" sz="1600" spc="-5">
                <a:latin typeface="Times New Roman"/>
                <a:cs typeface="Times New Roman"/>
              </a:rPr>
              <a:t>which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is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specifically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designed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for the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CIBIL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score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repair</a:t>
            </a:r>
            <a:r>
              <a:rPr dirty="0" sz="1600" spc="-5">
                <a:latin typeface="Times New Roman"/>
                <a:cs typeface="Times New Roman"/>
              </a:rPr>
              <a:t> companies</a:t>
            </a:r>
            <a:endParaRPr sz="1600">
              <a:latin typeface="Times New Roman"/>
              <a:cs typeface="Times New Roman"/>
            </a:endParaRPr>
          </a:p>
          <a:p>
            <a:pPr marL="514984" marR="106045">
              <a:lnSpc>
                <a:spcPts val="2110"/>
              </a:lnSpc>
              <a:spcBef>
                <a:spcPts val="15"/>
              </a:spcBef>
            </a:pPr>
            <a:r>
              <a:rPr dirty="0" sz="1600" spc="-5">
                <a:latin typeface="Times New Roman"/>
                <a:cs typeface="Times New Roman"/>
              </a:rPr>
              <a:t>which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allows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them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interact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their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real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time.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primary concern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this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system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is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provide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automated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system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which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allow </a:t>
            </a:r>
            <a:r>
              <a:rPr dirty="0" sz="1600" spc="-5">
                <a:latin typeface="Times New Roman"/>
                <a:cs typeface="Times New Roman"/>
              </a:rPr>
              <a:t>user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manage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all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work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action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conducted</a:t>
            </a:r>
            <a:endParaRPr sz="1600">
              <a:latin typeface="Times New Roman"/>
              <a:cs typeface="Times New Roman"/>
            </a:endParaRPr>
          </a:p>
          <a:p>
            <a:pPr marL="514984" marR="48260">
              <a:lnSpc>
                <a:spcPts val="2110"/>
              </a:lnSpc>
              <a:spcBef>
                <a:spcPts val="15"/>
              </a:spcBef>
            </a:pPr>
            <a:r>
              <a:rPr dirty="0" sz="1600" spc="-5">
                <a:latin typeface="Times New Roman"/>
                <a:cs typeface="Times New Roman"/>
              </a:rPr>
              <a:t>in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repairing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CIBI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score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using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individuals credit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history.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also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contains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own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letter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library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that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may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client/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1533" y="858163"/>
            <a:ext cx="5288280" cy="8130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6040" marR="5080">
              <a:lnSpc>
                <a:spcPct val="1103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company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ever</a:t>
            </a:r>
            <a:r>
              <a:rPr dirty="0" sz="1600" spc="-5">
                <a:latin typeface="Times New Roman"/>
                <a:cs typeface="Times New Roman"/>
              </a:rPr>
              <a:t> needed. It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provides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advance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search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options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order to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save user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provides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compact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update in</a:t>
            </a:r>
            <a:r>
              <a:rPr dirty="0" sz="1600">
                <a:latin typeface="Times New Roman"/>
                <a:cs typeface="Times New Roman"/>
              </a:rPr>
              <a:t> an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easy-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to-read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format. It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provides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easy communication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company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clients and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manages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all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events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appointments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 in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easy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manner.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Along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 this, it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provides</a:t>
            </a:r>
            <a:r>
              <a:rPr dirty="0" sz="1600" spc="-5">
                <a:latin typeface="Times New Roman"/>
                <a:cs typeface="Times New Roman"/>
              </a:rPr>
              <a:t> company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good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dashboard that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helps company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manage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them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 good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manner.</a:t>
            </a:r>
            <a:endParaRPr sz="1600">
              <a:latin typeface="Times New Roman"/>
              <a:cs typeface="Times New Roman"/>
            </a:endParaRPr>
          </a:p>
          <a:p>
            <a:pPr marL="66040" marR="165735">
              <a:lnSpc>
                <a:spcPct val="110000"/>
              </a:lnSpc>
            </a:pPr>
            <a:r>
              <a:rPr dirty="0" sz="1600" spc="-5">
                <a:latin typeface="Times New Roman"/>
                <a:cs typeface="Times New Roman"/>
              </a:rPr>
              <a:t>The </a:t>
            </a:r>
            <a:r>
              <a:rPr dirty="0" sz="1600">
                <a:latin typeface="Times New Roman"/>
                <a:cs typeface="Times New Roman"/>
              </a:rPr>
              <a:t>system provide </a:t>
            </a:r>
            <a:r>
              <a:rPr dirty="0" sz="1600" spc="-5">
                <a:latin typeface="Times New Roman"/>
                <a:cs typeface="Times New Roman"/>
              </a:rPr>
              <a:t>user friendly interface which helps </a:t>
            </a:r>
            <a:r>
              <a:rPr dirty="0" sz="1600">
                <a:latin typeface="Times New Roman"/>
                <a:cs typeface="Times New Roman"/>
              </a:rPr>
              <a:t>to 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manage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their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day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day activity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different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work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functions</a:t>
            </a:r>
            <a:endParaRPr sz="1600">
              <a:latin typeface="Times New Roman"/>
              <a:cs typeface="Times New Roman"/>
            </a:endParaRPr>
          </a:p>
          <a:p>
            <a:pPr marL="66040" marR="184150">
              <a:lnSpc>
                <a:spcPct val="110300"/>
              </a:lnSpc>
              <a:spcBef>
                <a:spcPts val="5"/>
              </a:spcBef>
            </a:pPr>
            <a:r>
              <a:rPr dirty="0" sz="1600" spc="-5">
                <a:latin typeface="Times New Roman"/>
                <a:cs typeface="Times New Roman"/>
              </a:rPr>
              <a:t>like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import,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export and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sync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things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security.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Along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this system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provide </a:t>
            </a:r>
            <a:r>
              <a:rPr dirty="0" sz="1600" spc="-5">
                <a:latin typeface="Times New Roman"/>
                <a:cs typeface="Times New Roman"/>
              </a:rPr>
              <a:t>a site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template options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manage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their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work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area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which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editable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site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content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order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manage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their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work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specific site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contents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66040">
              <a:lnSpc>
                <a:spcPct val="100000"/>
              </a:lnSpc>
            </a:pPr>
            <a:r>
              <a:rPr dirty="0" sz="1600" spc="-5" b="1">
                <a:latin typeface="Times New Roman"/>
                <a:cs typeface="Times New Roman"/>
              </a:rPr>
              <a:t>1.3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Scope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of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work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600" spc="-5" b="1">
                <a:latin typeface="Calibri"/>
                <a:cs typeface="Calibri"/>
              </a:rPr>
              <a:t>Personalization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 spc="-5" b="1">
                <a:latin typeface="Calibri"/>
                <a:cs typeface="Calibri"/>
              </a:rPr>
              <a:t>for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 spc="-5" b="1">
                <a:latin typeface="Calibri"/>
                <a:cs typeface="Calibri"/>
              </a:rPr>
              <a:t>Metro</a:t>
            </a:r>
            <a:r>
              <a:rPr dirty="0" sz="1600" spc="-10" b="1">
                <a:latin typeface="Calibri"/>
                <a:cs typeface="Calibri"/>
              </a:rPr>
              <a:t> </a:t>
            </a:r>
            <a:r>
              <a:rPr dirty="0" sz="1600" spc="-5" b="1">
                <a:latin typeface="Calibri"/>
                <a:cs typeface="Calibri"/>
              </a:rPr>
              <a:t>2 </a:t>
            </a:r>
            <a:r>
              <a:rPr dirty="0" sz="1600" b="1">
                <a:latin typeface="Calibri"/>
                <a:cs typeface="Calibri"/>
              </a:rPr>
              <a:t>Letters</a:t>
            </a:r>
            <a:r>
              <a:rPr dirty="0" sz="1600"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lvl="1" marL="477520" marR="191770" indent="-228600">
              <a:lnSpc>
                <a:spcPct val="110400"/>
              </a:lnSpc>
              <a:spcBef>
                <a:spcPts val="50"/>
              </a:spcBef>
              <a:buSzPct val="62500"/>
              <a:buFont typeface="Symbol"/>
              <a:buChar char=""/>
              <a:tabLst>
                <a:tab pos="476884" algn="l"/>
                <a:tab pos="477520" algn="l"/>
              </a:tabLst>
            </a:pPr>
            <a:r>
              <a:rPr dirty="0" sz="1600" spc="-5">
                <a:latin typeface="Times New Roman"/>
                <a:cs typeface="Times New Roman"/>
              </a:rPr>
              <a:t>Develop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sophisticated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features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facilitate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automatic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creation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Metro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2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letters,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ensuring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they</a:t>
            </a:r>
            <a:r>
              <a:rPr dirty="0" sz="1600" spc="-5">
                <a:latin typeface="Times New Roman"/>
                <a:cs typeface="Times New Roman"/>
              </a:rPr>
              <a:t> are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tailored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each individual's credit profile.</a:t>
            </a:r>
            <a:endParaRPr sz="1600">
              <a:latin typeface="Times New Roman"/>
              <a:cs typeface="Times New Roman"/>
            </a:endParaRPr>
          </a:p>
          <a:p>
            <a:pPr lvl="1" marL="477520" marR="139700" indent="-228600">
              <a:lnSpc>
                <a:spcPct val="110000"/>
              </a:lnSpc>
              <a:buSzPct val="62500"/>
              <a:buFont typeface="Symbol"/>
              <a:buChar char=""/>
              <a:tabLst>
                <a:tab pos="476884" algn="l"/>
                <a:tab pos="477520" algn="l"/>
              </a:tabLst>
            </a:pPr>
            <a:r>
              <a:rPr dirty="0" sz="1600" spc="-5">
                <a:latin typeface="Times New Roman"/>
                <a:cs typeface="Times New Roman"/>
              </a:rPr>
              <a:t>Implement </a:t>
            </a:r>
            <a:r>
              <a:rPr dirty="0" sz="1600">
                <a:latin typeface="Times New Roman"/>
                <a:cs typeface="Times New Roman"/>
              </a:rPr>
              <a:t>dynamic </a:t>
            </a:r>
            <a:r>
              <a:rPr dirty="0" sz="1600" spc="-5">
                <a:latin typeface="Times New Roman"/>
                <a:cs typeface="Times New Roman"/>
              </a:rPr>
              <a:t>templates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that allow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for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insertion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relevant credit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information,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such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5">
                <a:latin typeface="Times New Roman"/>
                <a:cs typeface="Times New Roman"/>
              </a:rPr>
              <a:t> account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details,</a:t>
            </a:r>
            <a:endParaRPr sz="1600">
              <a:latin typeface="Times New Roman"/>
              <a:cs typeface="Times New Roman"/>
            </a:endParaRPr>
          </a:p>
          <a:p>
            <a:pPr marL="477520">
              <a:lnSpc>
                <a:spcPct val="100000"/>
              </a:lnSpc>
              <a:spcBef>
                <a:spcPts val="204"/>
              </a:spcBef>
            </a:pPr>
            <a:r>
              <a:rPr dirty="0" sz="1600" spc="-5">
                <a:latin typeface="Times New Roman"/>
                <a:cs typeface="Times New Roman"/>
              </a:rPr>
              <a:t>payment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history,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 dispute </a:t>
            </a:r>
            <a:r>
              <a:rPr dirty="0" sz="1600" spc="-10">
                <a:latin typeface="Times New Roman"/>
                <a:cs typeface="Times New Roman"/>
              </a:rPr>
              <a:t>items.</a:t>
            </a:r>
            <a:endParaRPr sz="1600">
              <a:latin typeface="Times New Roman"/>
              <a:cs typeface="Times New Roman"/>
            </a:endParaRPr>
          </a:p>
          <a:p>
            <a:pPr lvl="1" marL="477520" marR="200660" indent="-228600">
              <a:lnSpc>
                <a:spcPct val="110000"/>
              </a:lnSpc>
              <a:buSzPct val="62500"/>
              <a:buFont typeface="Symbol"/>
              <a:buChar char=""/>
              <a:tabLst>
                <a:tab pos="476884" algn="l"/>
                <a:tab pos="477520" algn="l"/>
              </a:tabLst>
            </a:pPr>
            <a:r>
              <a:rPr dirty="0" sz="1600" spc="-10">
                <a:latin typeface="Times New Roman"/>
                <a:cs typeface="Times New Roman"/>
              </a:rPr>
              <a:t>Utilize</a:t>
            </a:r>
            <a:r>
              <a:rPr dirty="0" sz="1600" spc="-5">
                <a:latin typeface="Times New Roman"/>
                <a:cs typeface="Times New Roman"/>
              </a:rPr>
              <a:t> advanced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algorithms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 ensure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inclusion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15">
                <a:latin typeface="Times New Roman"/>
                <a:cs typeface="Times New Roman"/>
              </a:rPr>
              <a:t>of 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legally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required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disclosures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mandated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by the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FCRA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Act,</a:t>
            </a:r>
            <a:endParaRPr sz="1600">
              <a:latin typeface="Times New Roman"/>
              <a:cs typeface="Times New Roman"/>
            </a:endParaRPr>
          </a:p>
          <a:p>
            <a:pPr marL="477520">
              <a:lnSpc>
                <a:spcPct val="100000"/>
              </a:lnSpc>
              <a:spcBef>
                <a:spcPts val="204"/>
              </a:spcBef>
            </a:pPr>
            <a:r>
              <a:rPr dirty="0" sz="1600" spc="-5">
                <a:latin typeface="Times New Roman"/>
                <a:cs typeface="Times New Roman"/>
              </a:rPr>
              <a:t>enhancing compliance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transparency.</a:t>
            </a:r>
            <a:endParaRPr sz="1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Regulatory</a:t>
            </a:r>
            <a:r>
              <a:rPr dirty="0" sz="1600" spc="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Compliance</a:t>
            </a:r>
            <a:r>
              <a:rPr dirty="0" sz="160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and </a:t>
            </a:r>
            <a:r>
              <a:rPr dirty="0" sz="1600" b="1">
                <a:latin typeface="Times New Roman"/>
                <a:cs typeface="Times New Roman"/>
              </a:rPr>
              <a:t>Rule </a:t>
            </a:r>
            <a:r>
              <a:rPr dirty="0" sz="1600" spc="-5" b="1">
                <a:latin typeface="Times New Roman"/>
                <a:cs typeface="Times New Roman"/>
              </a:rPr>
              <a:t>Adherence:</a:t>
            </a:r>
            <a:endParaRPr sz="1600">
              <a:latin typeface="Times New Roman"/>
              <a:cs typeface="Times New Roman"/>
            </a:endParaRPr>
          </a:p>
          <a:p>
            <a:pPr lvl="1" marL="422275" marR="136525" indent="-228600">
              <a:lnSpc>
                <a:spcPts val="2110"/>
              </a:lnSpc>
              <a:spcBef>
                <a:spcPts val="80"/>
              </a:spcBef>
              <a:buSzPct val="62500"/>
              <a:buFont typeface="Symbol"/>
              <a:buChar char=""/>
              <a:tabLst>
                <a:tab pos="422275" algn="l"/>
                <a:tab pos="422909" algn="l"/>
              </a:tabLst>
            </a:pPr>
            <a:r>
              <a:rPr dirty="0" sz="1600" spc="-5">
                <a:latin typeface="Times New Roman"/>
                <a:cs typeface="Times New Roman"/>
              </a:rPr>
              <a:t>Ensure strict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adherence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rules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regulations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governing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 writing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Metro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2 letters for dispute items,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as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stipulated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by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FCRA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Act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other relevant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regulatory</a:t>
            </a:r>
            <a:endParaRPr sz="1600">
              <a:latin typeface="Times New Roman"/>
              <a:cs typeface="Times New Roman"/>
            </a:endParaRPr>
          </a:p>
          <a:p>
            <a:pPr marL="422275">
              <a:lnSpc>
                <a:spcPct val="100000"/>
              </a:lnSpc>
              <a:spcBef>
                <a:spcPts val="110"/>
              </a:spcBef>
            </a:pPr>
            <a:r>
              <a:rPr dirty="0" sz="1600" spc="-5">
                <a:latin typeface="Times New Roman"/>
                <a:cs typeface="Times New Roman"/>
              </a:rPr>
              <a:t>bodies.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720" y="2839846"/>
            <a:ext cx="5177590" cy="50144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32889" y="858163"/>
            <a:ext cx="4855210" cy="832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40665" marR="5080" indent="-228600">
              <a:lnSpc>
                <a:spcPct val="110400"/>
              </a:lnSpc>
              <a:spcBef>
                <a:spcPts val="95"/>
              </a:spcBef>
              <a:buSzPct val="62500"/>
              <a:buFont typeface="Symbol"/>
              <a:buChar char=""/>
              <a:tabLst>
                <a:tab pos="241300" algn="l"/>
              </a:tabLst>
            </a:pPr>
            <a:r>
              <a:rPr dirty="0" sz="1600" spc="-5">
                <a:latin typeface="Times New Roman"/>
                <a:cs typeface="Times New Roman"/>
              </a:rPr>
              <a:t>Implement comprehensive checks and balances to verify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that all Metro 2 letters generated </a:t>
            </a:r>
            <a:r>
              <a:rPr dirty="0" sz="1600">
                <a:latin typeface="Times New Roman"/>
                <a:cs typeface="Times New Roman"/>
              </a:rPr>
              <a:t>by the system </a:t>
            </a:r>
            <a:r>
              <a:rPr dirty="0" sz="1600" spc="-10">
                <a:latin typeface="Times New Roman"/>
                <a:cs typeface="Times New Roman"/>
              </a:rPr>
              <a:t>meet </a:t>
            </a:r>
            <a:r>
              <a:rPr dirty="0" sz="1600" spc="-5">
                <a:latin typeface="Times New Roman"/>
                <a:cs typeface="Times New Roman"/>
              </a:rPr>
              <a:t>the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prescribed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legal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requirements and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standards.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3008122"/>
            <a:ext cx="3454400" cy="1598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1" marL="316865" indent="-304800">
              <a:lnSpc>
                <a:spcPct val="100000"/>
              </a:lnSpc>
              <a:spcBef>
                <a:spcPts val="95"/>
              </a:spcBef>
              <a:buAutoNum type="arabicPeriod" startAt="4"/>
              <a:tabLst>
                <a:tab pos="3175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Operating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Environment:</a:t>
            </a:r>
            <a:endParaRPr sz="16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165"/>
              </a:spcBef>
            </a:pPr>
            <a:r>
              <a:rPr dirty="0" sz="1600" spc="-5">
                <a:latin typeface="Times New Roman"/>
                <a:cs typeface="Times New Roman"/>
              </a:rPr>
              <a:t>Hardware &amp;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Software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Requirements</a:t>
            </a:r>
            <a:endParaRPr sz="1600">
              <a:latin typeface="Times New Roman"/>
              <a:cs typeface="Times New Roman"/>
            </a:endParaRPr>
          </a:p>
          <a:p>
            <a:pPr lvl="2" marL="690245" indent="-229235">
              <a:lnSpc>
                <a:spcPct val="100000"/>
              </a:lnSpc>
              <a:spcBef>
                <a:spcPts val="1235"/>
              </a:spcBef>
              <a:buFont typeface="Wingdings"/>
              <a:buChar char=""/>
              <a:tabLst>
                <a:tab pos="69088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At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Server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Side:</a:t>
            </a:r>
            <a:endParaRPr sz="16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Font typeface="Wingdings"/>
              <a:buChar char=""/>
            </a:pPr>
            <a:endParaRPr sz="2000">
              <a:latin typeface="Times New Roman"/>
              <a:cs typeface="Times New Roman"/>
            </a:endParaRPr>
          </a:p>
          <a:p>
            <a:pPr lvl="3" marL="926465" indent="-229235">
              <a:lnSpc>
                <a:spcPct val="100000"/>
              </a:lnSpc>
              <a:buFont typeface="Wingdings"/>
              <a:buChar char=""/>
              <a:tabLst>
                <a:tab pos="9271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Hardware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Requirements: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43076" y="4901819"/>
          <a:ext cx="6021070" cy="201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0160"/>
                <a:gridCol w="3462020"/>
              </a:tblGrid>
              <a:tr h="5090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25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8768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600" spc="-5" b="1">
                          <a:latin typeface="Times New Roman"/>
                          <a:cs typeface="Times New Roman"/>
                        </a:rPr>
                        <a:t>Details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25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11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Processor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8895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Intel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Pentium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4th</a:t>
                      </a:r>
                      <a:r>
                        <a:rPr dirty="0" sz="16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onwards*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28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</a:tr>
              <a:tr h="4968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RAM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17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49149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4GB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17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Hard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Drive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89584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40GB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57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587753" y="7164704"/>
            <a:ext cx="23691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Software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Requirements: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43076" y="7585836"/>
          <a:ext cx="6042660" cy="2066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950"/>
                <a:gridCol w="3511550"/>
              </a:tblGrid>
              <a:tr h="5444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16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600" spc="-5" b="1">
                          <a:latin typeface="Times New Roman"/>
                          <a:cs typeface="Times New Roman"/>
                        </a:rPr>
                        <a:t>Details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16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59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Operating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System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93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Windows7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onwards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Linux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93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</a:tr>
              <a:tr h="4983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Sever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MySQL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SERVER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059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Server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Apache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tomcat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8.5.61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914399"/>
          <a:ext cx="6042660" cy="1024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950"/>
                <a:gridCol w="3511550"/>
              </a:tblGrid>
              <a:tr h="5062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Browser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01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7759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Chrome,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Firefox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01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059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Framework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351533" y="3099561"/>
            <a:ext cx="2729865" cy="805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241300" algn="l"/>
              </a:tabLst>
            </a:pPr>
            <a:r>
              <a:rPr dirty="0" u="heavy" sz="16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dirty="0" u="heavy" sz="16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6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Client</a:t>
            </a:r>
            <a:r>
              <a:rPr dirty="0" u="heavy" sz="16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6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Side: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"/>
            </a:pPr>
            <a:endParaRPr sz="2000">
              <a:latin typeface="Times New Roman"/>
              <a:cs typeface="Times New Roman"/>
            </a:endParaRPr>
          </a:p>
          <a:p>
            <a:pPr lvl="1" marL="477520" indent="-229235">
              <a:lnSpc>
                <a:spcPct val="100000"/>
              </a:lnSpc>
              <a:buFont typeface="Wingdings"/>
              <a:buChar char=""/>
              <a:tabLst>
                <a:tab pos="47752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Hardware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Configuration: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43076" y="4200778"/>
          <a:ext cx="6021070" cy="2219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0160"/>
                <a:gridCol w="3462020"/>
              </a:tblGrid>
              <a:tr h="509015"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60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8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 spc="-5" b="1">
                          <a:latin typeface="Times New Roman"/>
                          <a:cs typeface="Times New Roman"/>
                        </a:rPr>
                        <a:t>Details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Processor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54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38885">
                        <a:lnSpc>
                          <a:spcPts val="1820"/>
                        </a:lnSpc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Intel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Pentium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4th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2388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onwards*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</a:tr>
              <a:tr h="495553"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RAM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9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388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4GB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31876">
                <a:tc>
                  <a:txBody>
                    <a:bodyPr/>
                    <a:lstStyle/>
                    <a:p>
                      <a:pPr marL="74612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Hard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Drive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92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3888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40GB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587753" y="6661784"/>
            <a:ext cx="22332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Software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Environment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43076" y="7084441"/>
          <a:ext cx="6042660" cy="1567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950"/>
                <a:gridCol w="3511550"/>
              </a:tblGrid>
              <a:tr h="5440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0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dirty="0" sz="1600" spc="-5" b="1">
                          <a:latin typeface="Times New Roman"/>
                          <a:cs typeface="Times New Roman"/>
                        </a:rPr>
                        <a:t>Details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0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Operating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System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01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Windows7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onwards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Linux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01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</a:tr>
              <a:tr h="5059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Browser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Chrome,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Firefox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66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02004" y="9016745"/>
            <a:ext cx="3888104" cy="678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1.5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Detailed</a:t>
            </a:r>
            <a:r>
              <a:rPr dirty="0" sz="1600" spc="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Description of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Technology used</a:t>
            </a:r>
            <a:r>
              <a:rPr dirty="0" sz="1600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155575" indent="-143510">
              <a:lnSpc>
                <a:spcPct val="100000"/>
              </a:lnSpc>
              <a:spcBef>
                <a:spcPts val="1305"/>
              </a:spcBef>
              <a:buFont typeface="Symbol"/>
              <a:buChar char=""/>
              <a:tabLst>
                <a:tab pos="156210" algn="l"/>
              </a:tabLst>
            </a:pPr>
            <a:r>
              <a:rPr dirty="0" sz="1600" spc="-5">
                <a:latin typeface="Times New Roman"/>
                <a:cs typeface="Times New Roman"/>
              </a:rPr>
              <a:t>CORE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JAVA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8651"/>
            <a:ext cx="5722620" cy="8568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5740" indent="-14351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06375" algn="l"/>
              </a:tabLst>
            </a:pPr>
            <a:r>
              <a:rPr dirty="0" sz="1600" spc="-5">
                <a:latin typeface="Times New Roman"/>
                <a:cs typeface="Times New Roman"/>
              </a:rPr>
              <a:t>JSP (Java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Server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Pages)</a:t>
            </a:r>
            <a:endParaRPr sz="1600">
              <a:latin typeface="Times New Roman"/>
              <a:cs typeface="Times New Roman"/>
            </a:endParaRPr>
          </a:p>
          <a:p>
            <a:pPr marL="155575" indent="-143510">
              <a:lnSpc>
                <a:spcPct val="100000"/>
              </a:lnSpc>
              <a:spcBef>
                <a:spcPts val="1335"/>
              </a:spcBef>
              <a:buFont typeface="Symbol"/>
              <a:buChar char=""/>
              <a:tabLst>
                <a:tab pos="156210" algn="l"/>
              </a:tabLst>
            </a:pPr>
            <a:r>
              <a:rPr dirty="0" sz="1600" spc="-5">
                <a:latin typeface="Times New Roman"/>
                <a:cs typeface="Times New Roman"/>
              </a:rPr>
              <a:t>CSS</a:t>
            </a:r>
            <a:endParaRPr sz="1600">
              <a:latin typeface="Times New Roman"/>
              <a:cs typeface="Times New Roman"/>
            </a:endParaRPr>
          </a:p>
          <a:p>
            <a:pPr marL="205740" indent="-143510">
              <a:lnSpc>
                <a:spcPct val="100000"/>
              </a:lnSpc>
              <a:spcBef>
                <a:spcPts val="1330"/>
              </a:spcBef>
              <a:buFont typeface="Symbol"/>
              <a:buChar char=""/>
              <a:tabLst>
                <a:tab pos="206375" algn="l"/>
              </a:tabLst>
            </a:pPr>
            <a:r>
              <a:rPr dirty="0" sz="1600" spc="-5">
                <a:latin typeface="Times New Roman"/>
                <a:cs typeface="Times New Roman"/>
              </a:rPr>
              <a:t>JAVASCRIPT</a:t>
            </a:r>
            <a:endParaRPr sz="1600">
              <a:latin typeface="Times New Roman"/>
              <a:cs typeface="Times New Roman"/>
            </a:endParaRPr>
          </a:p>
          <a:p>
            <a:pPr marL="155575" indent="-143510">
              <a:lnSpc>
                <a:spcPct val="100000"/>
              </a:lnSpc>
              <a:spcBef>
                <a:spcPts val="1345"/>
              </a:spcBef>
              <a:buFont typeface="Symbol"/>
              <a:buChar char=""/>
              <a:tabLst>
                <a:tab pos="156210" algn="l"/>
              </a:tabLst>
            </a:pPr>
            <a:r>
              <a:rPr dirty="0" sz="1600" spc="-5">
                <a:latin typeface="Times New Roman"/>
                <a:cs typeface="Times New Roman"/>
              </a:rPr>
              <a:t>JSON</a:t>
            </a:r>
            <a:endParaRPr sz="1600">
              <a:latin typeface="Times New Roman"/>
              <a:cs typeface="Times New Roman"/>
            </a:endParaRPr>
          </a:p>
          <a:p>
            <a:pPr marL="205740" indent="-143510">
              <a:lnSpc>
                <a:spcPct val="100000"/>
              </a:lnSpc>
              <a:spcBef>
                <a:spcPts val="1330"/>
              </a:spcBef>
              <a:buFont typeface="Symbol"/>
              <a:buChar char=""/>
              <a:tabLst>
                <a:tab pos="206375" algn="l"/>
              </a:tabLst>
            </a:pPr>
            <a:r>
              <a:rPr dirty="0" sz="1600" spc="-5">
                <a:latin typeface="Times New Roman"/>
                <a:cs typeface="Times New Roman"/>
              </a:rPr>
              <a:t>JQUERY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&amp;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AJAX</a:t>
            </a:r>
            <a:endParaRPr sz="1600">
              <a:latin typeface="Times New Roman"/>
              <a:cs typeface="Times New Roman"/>
            </a:endParaRPr>
          </a:p>
          <a:p>
            <a:pPr marL="241935" indent="-229870">
              <a:lnSpc>
                <a:spcPct val="100000"/>
              </a:lnSpc>
              <a:spcBef>
                <a:spcPts val="1230"/>
              </a:spcBef>
              <a:buAutoNum type="arabicPeriod" startAt="2"/>
              <a:tabLst>
                <a:tab pos="242570" algn="l"/>
              </a:tabLst>
            </a:pPr>
            <a:r>
              <a:rPr dirty="0" sz="1800" spc="-5" b="1">
                <a:latin typeface="Times New Roman"/>
                <a:cs typeface="Times New Roman"/>
              </a:rPr>
              <a:t>Proposed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  <a:p>
            <a:pPr lvl="1" marL="467995" indent="-305435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46863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Purpose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of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System</a:t>
            </a:r>
            <a:r>
              <a:rPr dirty="0" sz="1600" spc="-5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lvl="2" marL="690245" indent="-229235">
              <a:lnSpc>
                <a:spcPct val="100000"/>
              </a:lnSpc>
              <a:spcBef>
                <a:spcPts val="1225"/>
              </a:spcBef>
              <a:buFont typeface="Wingdings"/>
              <a:buChar char=""/>
              <a:tabLst>
                <a:tab pos="69088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Tailored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Letter</a:t>
            </a:r>
            <a:r>
              <a:rPr dirty="0" sz="1600" spc="1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Generation:</a:t>
            </a:r>
            <a:endParaRPr sz="1600">
              <a:latin typeface="Times New Roman"/>
              <a:cs typeface="Times New Roman"/>
            </a:endParaRPr>
          </a:p>
          <a:p>
            <a:pPr marL="690245" marR="661035" indent="-228600">
              <a:lnSpc>
                <a:spcPct val="110300"/>
              </a:lnSpc>
              <a:spcBef>
                <a:spcPts val="80"/>
              </a:spcBef>
              <a:buFont typeface="Symbol"/>
              <a:buChar char=""/>
              <a:tabLst>
                <a:tab pos="690245" algn="l"/>
                <a:tab pos="690880" algn="l"/>
              </a:tabLst>
            </a:pPr>
            <a:r>
              <a:rPr dirty="0" sz="1600" spc="-5">
                <a:latin typeface="Times New Roman"/>
                <a:cs typeface="Times New Roman"/>
              </a:rPr>
              <a:t>Develop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advanced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functionalities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enabling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automated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creation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personalized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Metro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2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letters,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customized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according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each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individual's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unique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credit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profile.</a:t>
            </a:r>
            <a:endParaRPr sz="1600">
              <a:latin typeface="Times New Roman"/>
              <a:cs typeface="Times New Roman"/>
            </a:endParaRPr>
          </a:p>
          <a:p>
            <a:pPr marL="690245" marR="5080" indent="-228600">
              <a:lnSpc>
                <a:spcPct val="110300"/>
              </a:lnSpc>
              <a:spcBef>
                <a:spcPts val="100"/>
              </a:spcBef>
              <a:buFont typeface="Symbol"/>
              <a:buChar char=""/>
              <a:tabLst>
                <a:tab pos="690245" algn="l"/>
                <a:tab pos="690880" algn="l"/>
              </a:tabLst>
            </a:pPr>
            <a:r>
              <a:rPr dirty="0" sz="1600" spc="-10">
                <a:latin typeface="Times New Roman"/>
                <a:cs typeface="Times New Roman"/>
              </a:rPr>
              <a:t>Utilize </a:t>
            </a:r>
            <a:r>
              <a:rPr dirty="0" sz="1600" spc="-5">
                <a:latin typeface="Times New Roman"/>
                <a:cs typeface="Times New Roman"/>
              </a:rPr>
              <a:t>dynamic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templates to seamlessly incorporate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pertinent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credit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details,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including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account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specifics,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payment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history,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 dispute resolutions.</a:t>
            </a:r>
            <a:endParaRPr sz="1600">
              <a:latin typeface="Times New Roman"/>
              <a:cs typeface="Times New Roman"/>
            </a:endParaRPr>
          </a:p>
          <a:p>
            <a:pPr marL="690245" indent="-229235">
              <a:lnSpc>
                <a:spcPct val="100000"/>
              </a:lnSpc>
              <a:spcBef>
                <a:spcPts val="240"/>
              </a:spcBef>
              <a:buFont typeface="Wingdings"/>
              <a:buChar char=""/>
              <a:tabLst>
                <a:tab pos="69088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Compliance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Assurance:</a:t>
            </a:r>
            <a:endParaRPr sz="1600">
              <a:latin typeface="Times New Roman"/>
              <a:cs typeface="Times New Roman"/>
            </a:endParaRPr>
          </a:p>
          <a:p>
            <a:pPr marL="690245" marR="89535" indent="-228600">
              <a:lnSpc>
                <a:spcPct val="110300"/>
              </a:lnSpc>
              <a:spcBef>
                <a:spcPts val="70"/>
              </a:spcBef>
              <a:buFont typeface="Symbol"/>
              <a:buChar char=""/>
              <a:tabLst>
                <a:tab pos="690245" algn="l"/>
                <a:tab pos="690880" algn="l"/>
              </a:tabLst>
            </a:pPr>
            <a:r>
              <a:rPr dirty="0" sz="1600" spc="-5">
                <a:latin typeface="Times New Roman"/>
                <a:cs typeface="Times New Roman"/>
              </a:rPr>
              <a:t>Ensure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adherence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regulatory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guidelines,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particularly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those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outlined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FCRA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Act,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governing the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composition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Metro 2 </a:t>
            </a:r>
            <a:r>
              <a:rPr dirty="0" sz="1600">
                <a:latin typeface="Times New Roman"/>
                <a:cs typeface="Times New Roman"/>
              </a:rPr>
              <a:t>letters</a:t>
            </a:r>
            <a:r>
              <a:rPr dirty="0" sz="1600" spc="-5">
                <a:latin typeface="Times New Roman"/>
                <a:cs typeface="Times New Roman"/>
              </a:rPr>
              <a:t> for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dispute resolution.</a:t>
            </a:r>
            <a:endParaRPr sz="1600">
              <a:latin typeface="Times New Roman"/>
              <a:cs typeface="Times New Roman"/>
            </a:endParaRPr>
          </a:p>
          <a:p>
            <a:pPr marL="690245" marR="10160" indent="-228600">
              <a:lnSpc>
                <a:spcPct val="110600"/>
              </a:lnSpc>
              <a:spcBef>
                <a:spcPts val="95"/>
              </a:spcBef>
              <a:buFont typeface="Symbol"/>
              <a:buChar char=""/>
              <a:tabLst>
                <a:tab pos="690245" algn="l"/>
                <a:tab pos="690880" algn="l"/>
              </a:tabLst>
            </a:pPr>
            <a:r>
              <a:rPr dirty="0" sz="1600" spc="-5">
                <a:latin typeface="Times New Roman"/>
                <a:cs typeface="Times New Roman"/>
              </a:rPr>
              <a:t>Implement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robust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validation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mechanisms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guarantee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that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all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generated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Metro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2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letters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meet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stringent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legal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requirements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 standards.</a:t>
            </a:r>
            <a:endParaRPr sz="1600">
              <a:latin typeface="Times New Roman"/>
              <a:cs typeface="Times New Roman"/>
            </a:endParaRPr>
          </a:p>
          <a:p>
            <a:pPr lvl="1" marL="317500" indent="-304800">
              <a:lnSpc>
                <a:spcPct val="100000"/>
              </a:lnSpc>
              <a:spcBef>
                <a:spcPts val="1225"/>
              </a:spcBef>
              <a:buAutoNum type="arabicPeriod" startAt="2"/>
              <a:tabLst>
                <a:tab pos="3175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Objectives:</a:t>
            </a:r>
            <a:endParaRPr sz="1600">
              <a:latin typeface="Times New Roman"/>
              <a:cs typeface="Times New Roman"/>
            </a:endParaRPr>
          </a:p>
          <a:p>
            <a:pPr lvl="2" marL="690245" indent="-22923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69088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Customized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Letter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Generation:</a:t>
            </a:r>
            <a:endParaRPr sz="1600">
              <a:latin typeface="Times New Roman"/>
              <a:cs typeface="Times New Roman"/>
            </a:endParaRPr>
          </a:p>
          <a:p>
            <a:pPr lvl="3" marL="781685" marR="241935" indent="-228600">
              <a:lnSpc>
                <a:spcPct val="110600"/>
              </a:lnSpc>
              <a:spcBef>
                <a:spcPts val="1070"/>
              </a:spcBef>
              <a:buFont typeface="Symbol"/>
              <a:buChar char=""/>
              <a:tabLst>
                <a:tab pos="781685" algn="l"/>
                <a:tab pos="782320" algn="l"/>
              </a:tabLst>
            </a:pPr>
            <a:r>
              <a:rPr dirty="0" sz="1600" spc="-5">
                <a:latin typeface="Times New Roman"/>
                <a:cs typeface="Times New Roman"/>
              </a:rPr>
              <a:t>Create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5">
                <a:latin typeface="Times New Roman"/>
                <a:cs typeface="Times New Roman"/>
              </a:rPr>
              <a:t> that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automatically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generates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personalized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letters tailored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each </a:t>
            </a:r>
            <a:r>
              <a:rPr dirty="0" sz="1600">
                <a:latin typeface="Times New Roman"/>
                <a:cs typeface="Times New Roman"/>
              </a:rPr>
              <a:t>individual's </a:t>
            </a:r>
            <a:r>
              <a:rPr dirty="0" sz="1600" spc="-5">
                <a:latin typeface="Times New Roman"/>
                <a:cs typeface="Times New Roman"/>
              </a:rPr>
              <a:t>credit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information</a:t>
            </a:r>
            <a:r>
              <a:rPr dirty="0" sz="1600" spc="-5" b="1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 lvl="2" marL="690245" indent="-229235">
              <a:lnSpc>
                <a:spcPct val="100000"/>
              </a:lnSpc>
              <a:spcBef>
                <a:spcPts val="1225"/>
              </a:spcBef>
              <a:buFont typeface="Wingdings"/>
              <a:buChar char=""/>
              <a:tabLst>
                <a:tab pos="69088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Ensure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Legal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Compliance: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2974" y="870355"/>
            <a:ext cx="5142865" cy="833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marR="5080" indent="-228600">
              <a:lnSpc>
                <a:spcPct val="1104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600" spc="-5">
                <a:latin typeface="Times New Roman"/>
                <a:cs typeface="Times New Roman"/>
              </a:rPr>
              <a:t>Develop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mechanisms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guarantee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that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all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generated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letters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adhere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legal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regulations,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particularly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those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outlined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FCRA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Act.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627122"/>
            <a:ext cx="5613400" cy="7065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1" marL="316865" indent="-304800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3175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Feasibility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Study: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600" spc="-5" b="1">
                <a:latin typeface="Times New Roman"/>
                <a:cs typeface="Times New Roman"/>
              </a:rPr>
              <a:t>Introduction:</a:t>
            </a:r>
            <a:endParaRPr sz="1600">
              <a:latin typeface="Times New Roman"/>
              <a:cs typeface="Times New Roman"/>
            </a:endParaRPr>
          </a:p>
          <a:p>
            <a:pPr marL="12700" marR="73025">
              <a:lnSpc>
                <a:spcPct val="110300"/>
              </a:lnSpc>
              <a:spcBef>
                <a:spcPts val="955"/>
              </a:spcBef>
            </a:pPr>
            <a:r>
              <a:rPr dirty="0" sz="1600" spc="-5">
                <a:latin typeface="Times New Roman"/>
                <a:cs typeface="Times New Roman"/>
              </a:rPr>
              <a:t>Credit-Boost is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revolutionary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software platform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designed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empower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Credit </a:t>
            </a:r>
            <a:r>
              <a:rPr dirty="0" sz="1600" spc="-5">
                <a:latin typeface="Times New Roman"/>
                <a:cs typeface="Times New Roman"/>
              </a:rPr>
              <a:t>Repair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Companies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(CRCs)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streamline their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operations,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enhance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communication,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ultimately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deliver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superior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CIBIL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score </a:t>
            </a:r>
            <a:r>
              <a:rPr dirty="0" sz="1600" spc="-5">
                <a:latin typeface="Times New Roman"/>
                <a:cs typeface="Times New Roman"/>
              </a:rPr>
              <a:t>improvement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services.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This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feasibility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study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explores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project's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viability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across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key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areas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specific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needs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of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CRCs.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600" spc="-5" b="1">
                <a:latin typeface="Times New Roman"/>
                <a:cs typeface="Times New Roman"/>
              </a:rPr>
              <a:t>Benefits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for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CRCs:</a:t>
            </a:r>
            <a:endParaRPr sz="1600">
              <a:latin typeface="Times New Roman"/>
              <a:cs typeface="Times New Roman"/>
            </a:endParaRPr>
          </a:p>
          <a:p>
            <a:pPr lvl="2" marL="469265" marR="5715" indent="-228600">
              <a:lnSpc>
                <a:spcPct val="110200"/>
              </a:lnSpc>
              <a:spcBef>
                <a:spcPts val="955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Automated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Workflows: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Reduce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manual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tasks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associated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managing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credit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data.</a:t>
            </a:r>
            <a:r>
              <a:rPr dirty="0" sz="1600">
                <a:latin typeface="Times New Roman"/>
                <a:cs typeface="Times New Roman"/>
              </a:rPr>
              <a:t> Credit-Boost</a:t>
            </a:r>
            <a:r>
              <a:rPr dirty="0" sz="1600" spc="-5">
                <a:latin typeface="Times New Roman"/>
                <a:cs typeface="Times New Roman"/>
              </a:rPr>
              <a:t> automates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repetitive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processes, </a:t>
            </a:r>
            <a:r>
              <a:rPr dirty="0" sz="1600">
                <a:latin typeface="Times New Roman"/>
                <a:cs typeface="Times New Roman"/>
              </a:rPr>
              <a:t>allowing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CRCs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focus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on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high-value </a:t>
            </a:r>
            <a:r>
              <a:rPr dirty="0" sz="1600" spc="-5">
                <a:latin typeface="Times New Roman"/>
                <a:cs typeface="Times New Roman"/>
              </a:rPr>
              <a:t>activities and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relationships.</a:t>
            </a:r>
            <a:endParaRPr sz="1600">
              <a:latin typeface="Times New Roman"/>
              <a:cs typeface="Times New Roman"/>
            </a:endParaRPr>
          </a:p>
          <a:p>
            <a:pPr lvl="2" marL="469265" marR="67310" indent="-228600">
              <a:lnSpc>
                <a:spcPct val="110200"/>
              </a:lnSpc>
              <a:spcBef>
                <a:spcPts val="1005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Enhanced Client Communication: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Foster</a:t>
            </a:r>
            <a:r>
              <a:rPr dirty="0" sz="1600" spc="-5">
                <a:latin typeface="Times New Roman"/>
                <a:cs typeface="Times New Roman"/>
              </a:rPr>
              <a:t> seamless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communication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through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integrated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platform.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Track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progress,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schedule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appointments,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updates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–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all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within a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centralized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system.</a:t>
            </a:r>
            <a:endParaRPr sz="1600">
              <a:latin typeface="Times New Roman"/>
              <a:cs typeface="Times New Roman"/>
            </a:endParaRPr>
          </a:p>
          <a:p>
            <a:pPr lvl="2" marL="469265" marR="167005" indent="-228600">
              <a:lnSpc>
                <a:spcPct val="110200"/>
              </a:lnSpc>
              <a:spcBef>
                <a:spcPts val="1005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Advanced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Search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Reporting: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Save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valuable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time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Credit-Boost's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advanced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search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functionalities.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Generate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comprehensive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reports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leverage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insights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optimize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strategies.</a:t>
            </a:r>
            <a:endParaRPr sz="1600">
              <a:latin typeface="Times New Roman"/>
              <a:cs typeface="Times New Roman"/>
            </a:endParaRPr>
          </a:p>
          <a:p>
            <a:pPr lvl="2" marL="469265" marR="346710" indent="-228600">
              <a:lnSpc>
                <a:spcPct val="110000"/>
              </a:lnSpc>
              <a:spcBef>
                <a:spcPts val="1000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Improved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Efficiency: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Credit-Boost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streamlines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workflows,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eliminates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redundant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tasks,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facilitates</a:t>
            </a:r>
            <a:r>
              <a:rPr dirty="0" sz="1600">
                <a:latin typeface="Times New Roman"/>
                <a:cs typeface="Times New Roman"/>
              </a:rPr>
              <a:t> efficient </a:t>
            </a:r>
            <a:r>
              <a:rPr dirty="0" sz="1600" spc="-5">
                <a:latin typeface="Times New Roman"/>
                <a:cs typeface="Times New Roman"/>
              </a:rPr>
              <a:t>data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8163"/>
            <a:ext cx="5745480" cy="8836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marR="34925">
              <a:lnSpc>
                <a:spcPct val="110100"/>
              </a:lnSpc>
              <a:spcBef>
                <a:spcPts val="100"/>
              </a:spcBef>
            </a:pPr>
            <a:r>
              <a:rPr dirty="0" sz="1600" spc="-5">
                <a:latin typeface="Times New Roman"/>
                <a:cs typeface="Times New Roman"/>
              </a:rPr>
              <a:t>management.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This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translates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increased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productivity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faster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turnaround </a:t>
            </a:r>
            <a:r>
              <a:rPr dirty="0" sz="1600" spc="-10">
                <a:latin typeface="Times New Roman"/>
                <a:cs typeface="Times New Roman"/>
              </a:rPr>
              <a:t>times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for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CRCs.</a:t>
            </a:r>
            <a:endParaRPr sz="1600">
              <a:latin typeface="Times New Roman"/>
              <a:cs typeface="Times New Roman"/>
            </a:endParaRPr>
          </a:p>
          <a:p>
            <a:pPr marL="469265" marR="83820" indent="-228600">
              <a:lnSpc>
                <a:spcPct val="110200"/>
              </a:lnSpc>
              <a:spcBef>
                <a:spcPts val="1005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Customizable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Site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Templates: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Manage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your brand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presence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customize</a:t>
            </a:r>
            <a:r>
              <a:rPr dirty="0" sz="1600">
                <a:latin typeface="Times New Roman"/>
                <a:cs typeface="Times New Roman"/>
              </a:rPr>
              <a:t> client-facing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web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pages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Credit-Boost's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pre-built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templates.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Maintain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consistent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messaging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tailor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content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specific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 your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services.</a:t>
            </a:r>
            <a:endParaRPr sz="1600">
              <a:latin typeface="Times New Roman"/>
              <a:cs typeface="Times New Roman"/>
            </a:endParaRPr>
          </a:p>
          <a:p>
            <a:pPr marL="469265" marR="220345" indent="-228600">
              <a:lnSpc>
                <a:spcPct val="110300"/>
              </a:lnSpc>
              <a:spcBef>
                <a:spcPts val="1000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Data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Security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Compliance: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Credit-Boost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prioritizes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data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security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robust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encryption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protocols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access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control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mechanisms. </a:t>
            </a:r>
            <a:r>
              <a:rPr dirty="0" sz="1600">
                <a:latin typeface="Times New Roman"/>
                <a:cs typeface="Times New Roman"/>
              </a:rPr>
              <a:t>Ensure </a:t>
            </a:r>
            <a:r>
              <a:rPr dirty="0" sz="1600" spc="-5">
                <a:latin typeface="Times New Roman"/>
                <a:cs typeface="Times New Roman"/>
              </a:rPr>
              <a:t>client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privacy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regulatory compliance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 data </a:t>
            </a:r>
            <a:r>
              <a:rPr dirty="0" sz="1600">
                <a:latin typeface="Times New Roman"/>
                <a:cs typeface="Times New Roman"/>
              </a:rPr>
              <a:t>protection </a:t>
            </a:r>
            <a:r>
              <a:rPr dirty="0" sz="1600" spc="-5">
                <a:latin typeface="Times New Roman"/>
                <a:cs typeface="Times New Roman"/>
              </a:rPr>
              <a:t>standards.</a:t>
            </a:r>
            <a:endParaRPr sz="16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10200"/>
              </a:lnSpc>
              <a:spcBef>
                <a:spcPts val="995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User-Friendly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Interface: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Credit-Boost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boasts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intuitive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user-friendly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interface,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making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it </a:t>
            </a:r>
            <a:r>
              <a:rPr dirty="0" sz="1600">
                <a:latin typeface="Times New Roman"/>
                <a:cs typeface="Times New Roman"/>
              </a:rPr>
              <a:t>easy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for your </a:t>
            </a:r>
            <a:r>
              <a:rPr dirty="0" sz="1600">
                <a:latin typeface="Times New Roman"/>
                <a:cs typeface="Times New Roman"/>
              </a:rPr>
              <a:t>team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adopt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platform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quickly.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Empower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your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staff</a:t>
            </a:r>
            <a:r>
              <a:rPr dirty="0" sz="1600" spc="6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tools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they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need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 excel.</a:t>
            </a:r>
            <a:endParaRPr sz="1600">
              <a:latin typeface="Times New Roman"/>
              <a:cs typeface="Times New Roman"/>
            </a:endParaRPr>
          </a:p>
          <a:p>
            <a:pPr marL="469265" marR="57785" indent="-228600">
              <a:lnSpc>
                <a:spcPct val="110100"/>
              </a:lnSpc>
              <a:spcBef>
                <a:spcPts val="1005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Secure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Import/Export/Sync: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Seamlessly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import, export,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synchronize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data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enhanced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security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features.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Maintain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data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integrity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ensure a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smooth</a:t>
            </a:r>
            <a:r>
              <a:rPr dirty="0" sz="1600">
                <a:latin typeface="Times New Roman"/>
                <a:cs typeface="Times New Roman"/>
              </a:rPr>
              <a:t> workflow</a:t>
            </a:r>
            <a:r>
              <a:rPr dirty="0" sz="1600" b="1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 marL="12700" marR="173355">
              <a:lnSpc>
                <a:spcPct val="110000"/>
              </a:lnSpc>
              <a:spcBef>
                <a:spcPts val="1045"/>
              </a:spcBef>
            </a:pPr>
            <a:r>
              <a:rPr dirty="0" sz="1600" spc="-5" b="1">
                <a:latin typeface="Times New Roman"/>
                <a:cs typeface="Times New Roman"/>
              </a:rPr>
              <a:t>Credit-Boost</a:t>
            </a:r>
            <a:r>
              <a:rPr dirty="0" sz="160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understands</a:t>
            </a:r>
            <a:r>
              <a:rPr dirty="0" sz="1600" spc="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the</a:t>
            </a:r>
            <a:r>
              <a:rPr dirty="0" sz="160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unique</a:t>
            </a:r>
            <a:r>
              <a:rPr dirty="0" sz="1600" spc="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challenges</a:t>
            </a:r>
            <a:r>
              <a:rPr dirty="0" sz="1600" spc="1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faced</a:t>
            </a:r>
            <a:r>
              <a:rPr dirty="0" sz="1600" spc="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by</a:t>
            </a:r>
            <a:r>
              <a:rPr dirty="0" sz="160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CRCs. </a:t>
            </a:r>
            <a:r>
              <a:rPr dirty="0" sz="1600" spc="-38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This</a:t>
            </a:r>
            <a:r>
              <a:rPr dirty="0" sz="160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platform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is</a:t>
            </a:r>
            <a:r>
              <a:rPr dirty="0" sz="1600" spc="1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designed to:</a:t>
            </a:r>
            <a:endParaRPr sz="1600">
              <a:latin typeface="Times New Roman"/>
              <a:cs typeface="Times New Roman"/>
            </a:endParaRPr>
          </a:p>
          <a:p>
            <a:pPr marL="469265" marR="91440" indent="-228600">
              <a:lnSpc>
                <a:spcPct val="110200"/>
              </a:lnSpc>
              <a:spcBef>
                <a:spcPts val="965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Reduce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Operational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Costs: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Automate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tasks,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improve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efficiency,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minimize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time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spent on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administrative activities.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Ultimately,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Credit-Boost </a:t>
            </a:r>
            <a:r>
              <a:rPr dirty="0" sz="1600" spc="-5">
                <a:latin typeface="Times New Roman"/>
                <a:cs typeface="Times New Roman"/>
              </a:rPr>
              <a:t>can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help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CRCs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reduce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operational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costs.</a:t>
            </a:r>
            <a:endParaRPr sz="1600">
              <a:latin typeface="Times New Roman"/>
              <a:cs typeface="Times New Roman"/>
            </a:endParaRPr>
          </a:p>
          <a:p>
            <a:pPr marL="469265" marR="12700" indent="-228600">
              <a:lnSpc>
                <a:spcPct val="110000"/>
              </a:lnSpc>
              <a:spcBef>
                <a:spcPts val="1010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Increase </a:t>
            </a:r>
            <a:r>
              <a:rPr dirty="0" sz="1600">
                <a:latin typeface="Times New Roman"/>
                <a:cs typeface="Times New Roman"/>
              </a:rPr>
              <a:t>Client </a:t>
            </a:r>
            <a:r>
              <a:rPr dirty="0" sz="1600" spc="-5">
                <a:latin typeface="Times New Roman"/>
                <a:cs typeface="Times New Roman"/>
              </a:rPr>
              <a:t>Satisfaction: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Streamlined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communication,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improved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turnaround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times,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dedicated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platform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for client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interaction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contribute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enhanced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satisfaction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loyalty.</a:t>
            </a:r>
            <a:endParaRPr sz="1600">
              <a:latin typeface="Times New Roman"/>
              <a:cs typeface="Times New Roman"/>
            </a:endParaRPr>
          </a:p>
          <a:p>
            <a:pPr marL="469265" marR="424180" indent="-228600">
              <a:lnSpc>
                <a:spcPct val="110300"/>
              </a:lnSpc>
              <a:spcBef>
                <a:spcPts val="1005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Gain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 Competitive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Edge: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Credit-Boost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equips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CRCs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with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advanced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tools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features, empowering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them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provide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superior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service</a:t>
            </a:r>
            <a:r>
              <a:rPr dirty="0" sz="1600">
                <a:latin typeface="Times New Roman"/>
                <a:cs typeface="Times New Roman"/>
              </a:rPr>
              <a:t> 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differentiate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themselves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</a:t>
            </a:r>
            <a:r>
              <a:rPr dirty="0" sz="1600" spc="5">
                <a:latin typeface="Times New Roman"/>
                <a:cs typeface="Times New Roman"/>
              </a:rPr>
              <a:t> the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market.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7984"/>
            <a:ext cx="5739765" cy="6122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Conclusion:</a:t>
            </a:r>
            <a:endParaRPr sz="1600">
              <a:latin typeface="Times New Roman"/>
              <a:cs typeface="Times New Roman"/>
            </a:endParaRPr>
          </a:p>
          <a:p>
            <a:pPr marL="12700" marR="85725">
              <a:lnSpc>
                <a:spcPct val="110000"/>
              </a:lnSpc>
              <a:spcBef>
                <a:spcPts val="975"/>
              </a:spcBef>
            </a:pPr>
            <a:r>
              <a:rPr dirty="0" sz="1600" spc="-5">
                <a:latin typeface="Times New Roman"/>
                <a:cs typeface="Times New Roman"/>
              </a:rPr>
              <a:t>Credit-Boost offers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comprehensive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solution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5">
                <a:latin typeface="Times New Roman"/>
                <a:cs typeface="Times New Roman"/>
              </a:rPr>
              <a:t> CRCs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seeking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to 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optimize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their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operations,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strengthen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relationships,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achieve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greater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success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">
                <a:latin typeface="Times New Roman"/>
                <a:cs typeface="Times New Roman"/>
              </a:rPr>
              <a:t> CIBIL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score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repair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industry.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Times New Roman"/>
              <a:cs typeface="Times New Roman"/>
            </a:endParaRPr>
          </a:p>
          <a:p>
            <a:pPr marL="242570" indent="-230504">
              <a:lnSpc>
                <a:spcPct val="100000"/>
              </a:lnSpc>
              <a:buAutoNum type="arabicPeriod" startAt="3"/>
              <a:tabLst>
                <a:tab pos="243204" algn="l"/>
              </a:tabLst>
            </a:pPr>
            <a:r>
              <a:rPr dirty="0" sz="1800" spc="-5" b="1">
                <a:latin typeface="Times New Roman"/>
                <a:cs typeface="Times New Roman"/>
              </a:rPr>
              <a:t>Analysis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and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  <a:p>
            <a:pPr lvl="1" marL="12700" marR="671195">
              <a:lnSpc>
                <a:spcPct val="110800"/>
              </a:lnSpc>
              <a:spcBef>
                <a:spcPts val="1025"/>
              </a:spcBef>
              <a:buAutoNum type="arabicPeriod"/>
              <a:tabLst>
                <a:tab pos="3175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System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Requirements</a:t>
            </a:r>
            <a:r>
              <a:rPr dirty="0" sz="1600" spc="1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(Functional</a:t>
            </a:r>
            <a:r>
              <a:rPr dirty="0" sz="160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and</a:t>
            </a:r>
            <a:r>
              <a:rPr dirty="0" sz="1600" spc="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Non-Functional </a:t>
            </a:r>
            <a:r>
              <a:rPr dirty="0" sz="1600" spc="-38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requirements)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600" spc="-5" b="1">
                <a:latin typeface="Times New Roman"/>
                <a:cs typeface="Times New Roman"/>
              </a:rPr>
              <a:t>Functionally:</a:t>
            </a:r>
            <a:endParaRPr sz="1600">
              <a:latin typeface="Times New Roman"/>
              <a:cs typeface="Times New Roman"/>
            </a:endParaRPr>
          </a:p>
          <a:p>
            <a:pPr lvl="2" marL="469265" indent="-228600">
              <a:lnSpc>
                <a:spcPct val="100000"/>
              </a:lnSpc>
              <a:spcBef>
                <a:spcPts val="1165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Manage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clients,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credit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data,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communication,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reports.</a:t>
            </a:r>
            <a:endParaRPr sz="1600">
              <a:latin typeface="Times New Roman"/>
              <a:cs typeface="Times New Roman"/>
            </a:endParaRPr>
          </a:p>
          <a:p>
            <a:pPr lvl="2" marL="469265" indent="-228600">
              <a:lnSpc>
                <a:spcPct val="100000"/>
              </a:lnSpc>
              <a:spcBef>
                <a:spcPts val="1200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Secure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import/export/sync of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client</a:t>
            </a:r>
            <a:r>
              <a:rPr dirty="0" sz="1600">
                <a:latin typeface="Times New Roman"/>
                <a:cs typeface="Times New Roman"/>
              </a:rPr>
              <a:t> data.</a:t>
            </a:r>
            <a:endParaRPr sz="1600">
              <a:latin typeface="Times New Roman"/>
              <a:cs typeface="Times New Roman"/>
            </a:endParaRPr>
          </a:p>
          <a:p>
            <a:pPr lvl="2" marL="469265" indent="-228600">
              <a:lnSpc>
                <a:spcPct val="100000"/>
              </a:lnSpc>
              <a:spcBef>
                <a:spcPts val="1185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>
                <a:latin typeface="Times New Roman"/>
                <a:cs typeface="Times New Roman"/>
              </a:rPr>
              <a:t>Offer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customizable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site templates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CRCs.</a:t>
            </a:r>
            <a:endParaRPr sz="1600">
              <a:latin typeface="Times New Roman"/>
              <a:cs typeface="Times New Roman"/>
            </a:endParaRPr>
          </a:p>
          <a:p>
            <a:pPr lvl="2" marL="12700" marR="1379220" indent="228600">
              <a:lnSpc>
                <a:spcPts val="3160"/>
              </a:lnSpc>
              <a:spcBef>
                <a:spcPts val="275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Prioritize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security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data privacy</a:t>
            </a:r>
            <a:r>
              <a:rPr dirty="0" sz="1600">
                <a:latin typeface="Times New Roman"/>
                <a:cs typeface="Times New Roman"/>
              </a:rPr>
              <a:t> compliance</a:t>
            </a:r>
            <a:r>
              <a:rPr dirty="0" sz="1600" b="1">
                <a:latin typeface="Times New Roman"/>
                <a:cs typeface="Times New Roman"/>
              </a:rPr>
              <a:t>. </a:t>
            </a:r>
            <a:r>
              <a:rPr dirty="0" sz="1600" spc="-38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Non-Functionally:</a:t>
            </a:r>
            <a:endParaRPr sz="1600">
              <a:latin typeface="Times New Roman"/>
              <a:cs typeface="Times New Roman"/>
            </a:endParaRPr>
          </a:p>
          <a:p>
            <a:pPr lvl="2" marL="469265" marR="403225" indent="-228600">
              <a:lnSpc>
                <a:spcPct val="110000"/>
              </a:lnSpc>
              <a:spcBef>
                <a:spcPts val="645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Ensure</a:t>
            </a:r>
            <a:r>
              <a:rPr dirty="0" sz="160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performance,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scalability,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high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availability,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user- </a:t>
            </a:r>
            <a:r>
              <a:rPr dirty="0" sz="1600" spc="-38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friendliness.</a:t>
            </a:r>
            <a:endParaRPr sz="1600">
              <a:latin typeface="Times New Roman"/>
              <a:cs typeface="Times New Roman"/>
            </a:endParaRPr>
          </a:p>
          <a:p>
            <a:pPr lvl="2" marL="469265" indent="-228600">
              <a:lnSpc>
                <a:spcPct val="100000"/>
              </a:lnSpc>
              <a:spcBef>
                <a:spcPts val="1200"/>
              </a:spcBef>
              <a:buSzPct val="62500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Maintain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robust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security through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encryption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and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access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controls.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075433"/>
            <a:ext cx="3449320" cy="675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1" marL="317500" indent="-304800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3175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Entity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Relationship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Diagram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(ERD)</a:t>
            </a:r>
            <a:endParaRPr sz="1600">
              <a:latin typeface="Times New Roman"/>
              <a:cs typeface="Times New Roman"/>
            </a:endParaRPr>
          </a:p>
          <a:p>
            <a:pPr lvl="2" marL="469265" indent="-228600">
              <a:lnSpc>
                <a:spcPct val="100000"/>
              </a:lnSpc>
              <a:spcBef>
                <a:spcPts val="12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600" spc="-5">
                <a:latin typeface="Times New Roman"/>
                <a:cs typeface="Times New Roman"/>
              </a:rPr>
              <a:t>ERD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Diagram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for building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letters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907791"/>
            <a:ext cx="6017895" cy="594258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2153157"/>
            <a:ext cx="2200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600" spc="-5">
                <a:latin typeface="Times New Roman"/>
                <a:cs typeface="Times New Roman"/>
              </a:rPr>
              <a:t>ERD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for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saving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Letters: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974847"/>
            <a:ext cx="5948045" cy="507377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172969"/>
            <a:ext cx="1923414" cy="74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356235" indent="-34417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356870" algn="l"/>
              </a:tabLst>
            </a:pPr>
            <a:r>
              <a:rPr dirty="0" sz="1800" spc="-5" b="1">
                <a:latin typeface="Times New Roman"/>
                <a:cs typeface="Times New Roman"/>
              </a:rPr>
              <a:t>Table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Structure</a:t>
            </a:r>
            <a:endParaRPr sz="1800">
              <a:latin typeface="Times New Roman"/>
              <a:cs typeface="Times New Roman"/>
            </a:endParaRPr>
          </a:p>
          <a:p>
            <a:pPr lvl="2" marL="469265" indent="-228600">
              <a:lnSpc>
                <a:spcPct val="100000"/>
              </a:lnSpc>
              <a:spcBef>
                <a:spcPts val="1555"/>
              </a:spcBef>
              <a:buSzPct val="112500"/>
              <a:buFont typeface="Symbol"/>
              <a:buChar char=""/>
              <a:tabLst>
                <a:tab pos="4699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Client: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5748" y="3068065"/>
          <a:ext cx="5876290" cy="6530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3900"/>
                <a:gridCol w="862964"/>
                <a:gridCol w="3006090"/>
              </a:tblGrid>
              <a:tr h="227838">
                <a:tc>
                  <a:txBody>
                    <a:bodyPr/>
                    <a:lstStyle/>
                    <a:p>
                      <a:pPr marL="5556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7457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identifier for each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identifier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fk_company_id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14604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Foreign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key referencing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which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belongs.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599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client_siffix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Suffix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 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client_first_name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First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 of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client_middle_name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Middle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7076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client_last_name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Last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 the 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client_dob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birth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client_ssn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Social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Security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client_ssn_enc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Encrypted Social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Security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client_email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Email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address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client_phone_1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Primary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phone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client_phone_2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Secondary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phone number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client_phone_3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Additional</a:t>
                      </a:r>
                      <a:r>
                        <a:rPr dirty="0" sz="1050" spc="-3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phone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client_phone_3_ext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86385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Extension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additional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phone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 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client_fax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Fax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 of 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client_current_street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Street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address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current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location.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client_current_city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City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current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location.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88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client_current_state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 current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location.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client_current_zip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ZIP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code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current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location.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client_previous_street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Street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address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previous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location.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client_previous_city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City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previous location.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client_previous_state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 previous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location.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client_previous_zip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ZIP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code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previous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location.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client_note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varchar(1000)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Note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additional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information about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17119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client_ref_client_status_type_u_id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status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896416" y="3100069"/>
            <a:ext cx="5850255" cy="4878070"/>
            <a:chOff x="896416" y="3100069"/>
            <a:chExt cx="5850255" cy="4878070"/>
          </a:xfrm>
        </p:grpSpPr>
        <p:sp>
          <p:nvSpPr>
            <p:cNvPr id="5" name="object 5"/>
            <p:cNvSpPr/>
            <p:nvPr/>
          </p:nvSpPr>
          <p:spPr>
            <a:xfrm>
              <a:off x="896416" y="3100069"/>
              <a:ext cx="5850255" cy="2426970"/>
            </a:xfrm>
            <a:custGeom>
              <a:avLst/>
              <a:gdLst/>
              <a:ahLst/>
              <a:cxnLst/>
              <a:rect l="l" t="t" r="r" b="b"/>
              <a:pathLst>
                <a:path w="5850255" h="2426970">
                  <a:moveTo>
                    <a:pt x="1989074" y="2417445"/>
                  </a:moveTo>
                  <a:lnTo>
                    <a:pt x="1986102" y="2417445"/>
                  </a:lnTo>
                  <a:lnTo>
                    <a:pt x="1986102" y="2240661"/>
                  </a:lnTo>
                  <a:lnTo>
                    <a:pt x="1976958" y="2240661"/>
                  </a:lnTo>
                  <a:lnTo>
                    <a:pt x="1976958" y="2417445"/>
                  </a:lnTo>
                  <a:lnTo>
                    <a:pt x="1976882" y="2240661"/>
                  </a:lnTo>
                  <a:lnTo>
                    <a:pt x="18288" y="2240661"/>
                  </a:lnTo>
                  <a:lnTo>
                    <a:pt x="18288" y="2417445"/>
                  </a:lnTo>
                  <a:lnTo>
                    <a:pt x="9144" y="2417445"/>
                  </a:lnTo>
                  <a:lnTo>
                    <a:pt x="0" y="2417445"/>
                  </a:lnTo>
                  <a:lnTo>
                    <a:pt x="0" y="2426589"/>
                  </a:lnTo>
                  <a:lnTo>
                    <a:pt x="9144" y="2426589"/>
                  </a:lnTo>
                  <a:lnTo>
                    <a:pt x="1986026" y="2426589"/>
                  </a:lnTo>
                  <a:lnTo>
                    <a:pt x="1989074" y="2426589"/>
                  </a:lnTo>
                  <a:lnTo>
                    <a:pt x="1989074" y="2417445"/>
                  </a:lnTo>
                  <a:close/>
                </a:path>
                <a:path w="5850255" h="2426970">
                  <a:moveTo>
                    <a:pt x="2857817" y="1772793"/>
                  </a:moveTo>
                  <a:lnTo>
                    <a:pt x="2847162" y="1772793"/>
                  </a:lnTo>
                  <a:lnTo>
                    <a:pt x="2836494" y="1772793"/>
                  </a:lnTo>
                  <a:lnTo>
                    <a:pt x="2836494" y="1775841"/>
                  </a:lnTo>
                  <a:lnTo>
                    <a:pt x="2836494" y="1969389"/>
                  </a:lnTo>
                  <a:lnTo>
                    <a:pt x="2836494" y="1978533"/>
                  </a:lnTo>
                  <a:lnTo>
                    <a:pt x="2847162" y="1978533"/>
                  </a:lnTo>
                  <a:lnTo>
                    <a:pt x="2857817" y="1978533"/>
                  </a:lnTo>
                  <a:lnTo>
                    <a:pt x="2857817" y="1969389"/>
                  </a:lnTo>
                  <a:lnTo>
                    <a:pt x="2857817" y="1775841"/>
                  </a:lnTo>
                  <a:lnTo>
                    <a:pt x="2857817" y="1772793"/>
                  </a:lnTo>
                  <a:close/>
                </a:path>
                <a:path w="5850255" h="2426970">
                  <a:moveTo>
                    <a:pt x="2857817" y="1547241"/>
                  </a:moveTo>
                  <a:lnTo>
                    <a:pt x="2847162" y="1547241"/>
                  </a:lnTo>
                  <a:lnTo>
                    <a:pt x="2836494" y="1547241"/>
                  </a:lnTo>
                  <a:lnTo>
                    <a:pt x="2836494" y="1733169"/>
                  </a:lnTo>
                  <a:lnTo>
                    <a:pt x="2833446" y="1733169"/>
                  </a:lnTo>
                  <a:lnTo>
                    <a:pt x="2833433" y="1556385"/>
                  </a:lnTo>
                  <a:lnTo>
                    <a:pt x="2824302" y="1556385"/>
                  </a:lnTo>
                  <a:lnTo>
                    <a:pt x="2027250" y="1556385"/>
                  </a:lnTo>
                  <a:lnTo>
                    <a:pt x="2027250" y="1733169"/>
                  </a:lnTo>
                  <a:lnTo>
                    <a:pt x="2018106" y="1733169"/>
                  </a:lnTo>
                  <a:lnTo>
                    <a:pt x="2008962" y="1733169"/>
                  </a:lnTo>
                  <a:lnTo>
                    <a:pt x="2008962" y="1742313"/>
                  </a:lnTo>
                  <a:lnTo>
                    <a:pt x="2018106" y="1742313"/>
                  </a:lnTo>
                  <a:lnTo>
                    <a:pt x="2833446" y="1742313"/>
                  </a:lnTo>
                  <a:lnTo>
                    <a:pt x="2836494" y="1742313"/>
                  </a:lnTo>
                  <a:lnTo>
                    <a:pt x="2836494" y="1751457"/>
                  </a:lnTo>
                  <a:lnTo>
                    <a:pt x="2847162" y="1751457"/>
                  </a:lnTo>
                  <a:lnTo>
                    <a:pt x="2857817" y="1751457"/>
                  </a:lnTo>
                  <a:lnTo>
                    <a:pt x="2857817" y="1742313"/>
                  </a:lnTo>
                  <a:lnTo>
                    <a:pt x="2857817" y="1547241"/>
                  </a:lnTo>
                  <a:close/>
                </a:path>
                <a:path w="5850255" h="2426970">
                  <a:moveTo>
                    <a:pt x="5840933" y="2231517"/>
                  </a:moveTo>
                  <a:lnTo>
                    <a:pt x="2876118" y="2231517"/>
                  </a:lnTo>
                  <a:lnTo>
                    <a:pt x="2876118" y="2240661"/>
                  </a:lnTo>
                  <a:lnTo>
                    <a:pt x="2876118" y="2417445"/>
                  </a:lnTo>
                  <a:lnTo>
                    <a:pt x="2876105" y="2240661"/>
                  </a:lnTo>
                  <a:lnTo>
                    <a:pt x="2876118" y="2231517"/>
                  </a:lnTo>
                  <a:lnTo>
                    <a:pt x="2865450" y="2231517"/>
                  </a:lnTo>
                  <a:lnTo>
                    <a:pt x="2865450" y="2240661"/>
                  </a:lnTo>
                  <a:lnTo>
                    <a:pt x="2865450" y="2417445"/>
                  </a:lnTo>
                  <a:lnTo>
                    <a:pt x="2865450" y="2426589"/>
                  </a:lnTo>
                  <a:lnTo>
                    <a:pt x="5840933" y="2426589"/>
                  </a:lnTo>
                  <a:lnTo>
                    <a:pt x="5840933" y="2417445"/>
                  </a:lnTo>
                  <a:lnTo>
                    <a:pt x="5831789" y="2417445"/>
                  </a:lnTo>
                  <a:lnTo>
                    <a:pt x="5831789" y="2240661"/>
                  </a:lnTo>
                  <a:lnTo>
                    <a:pt x="5840933" y="2240661"/>
                  </a:lnTo>
                  <a:lnTo>
                    <a:pt x="5840933" y="2231517"/>
                  </a:lnTo>
                  <a:close/>
                </a:path>
                <a:path w="5850255" h="2426970">
                  <a:moveTo>
                    <a:pt x="5850077" y="2002917"/>
                  </a:moveTo>
                  <a:lnTo>
                    <a:pt x="5840933" y="2002917"/>
                  </a:lnTo>
                  <a:lnTo>
                    <a:pt x="2876118" y="2002917"/>
                  </a:lnTo>
                  <a:lnTo>
                    <a:pt x="2876118" y="2012061"/>
                  </a:lnTo>
                  <a:lnTo>
                    <a:pt x="2876118" y="2188845"/>
                  </a:lnTo>
                  <a:lnTo>
                    <a:pt x="2876105" y="2012061"/>
                  </a:lnTo>
                  <a:lnTo>
                    <a:pt x="2876118" y="2002917"/>
                  </a:lnTo>
                  <a:lnTo>
                    <a:pt x="2865450" y="2002917"/>
                  </a:lnTo>
                  <a:lnTo>
                    <a:pt x="2857830" y="2002917"/>
                  </a:lnTo>
                  <a:lnTo>
                    <a:pt x="2857830" y="2012061"/>
                  </a:lnTo>
                  <a:lnTo>
                    <a:pt x="2865450" y="2012061"/>
                  </a:lnTo>
                  <a:lnTo>
                    <a:pt x="2865450" y="2188845"/>
                  </a:lnTo>
                  <a:lnTo>
                    <a:pt x="2857830" y="2188845"/>
                  </a:lnTo>
                  <a:lnTo>
                    <a:pt x="2857830" y="2197989"/>
                  </a:lnTo>
                  <a:lnTo>
                    <a:pt x="2865450" y="2197989"/>
                  </a:lnTo>
                  <a:lnTo>
                    <a:pt x="5840933" y="2197989"/>
                  </a:lnTo>
                  <a:lnTo>
                    <a:pt x="5850077" y="2197989"/>
                  </a:lnTo>
                  <a:lnTo>
                    <a:pt x="5850077" y="2188845"/>
                  </a:lnTo>
                  <a:lnTo>
                    <a:pt x="5840933" y="2188845"/>
                  </a:lnTo>
                  <a:lnTo>
                    <a:pt x="5831789" y="2188845"/>
                  </a:lnTo>
                  <a:lnTo>
                    <a:pt x="5831789" y="2012061"/>
                  </a:lnTo>
                  <a:lnTo>
                    <a:pt x="5840933" y="2012061"/>
                  </a:lnTo>
                  <a:lnTo>
                    <a:pt x="5850077" y="2012061"/>
                  </a:lnTo>
                  <a:lnTo>
                    <a:pt x="5850077" y="2002917"/>
                  </a:lnTo>
                  <a:close/>
                </a:path>
                <a:path w="5850255" h="2426970">
                  <a:moveTo>
                    <a:pt x="5850077" y="1775841"/>
                  </a:moveTo>
                  <a:lnTo>
                    <a:pt x="5840933" y="1775841"/>
                  </a:lnTo>
                  <a:lnTo>
                    <a:pt x="5840933" y="1774317"/>
                  </a:lnTo>
                  <a:lnTo>
                    <a:pt x="2876118" y="1774317"/>
                  </a:lnTo>
                  <a:lnTo>
                    <a:pt x="2876118" y="1784985"/>
                  </a:lnTo>
                  <a:lnTo>
                    <a:pt x="2876118" y="1960245"/>
                  </a:lnTo>
                  <a:lnTo>
                    <a:pt x="2876105" y="1784985"/>
                  </a:lnTo>
                  <a:lnTo>
                    <a:pt x="2876118" y="1774317"/>
                  </a:lnTo>
                  <a:lnTo>
                    <a:pt x="2865450" y="1774317"/>
                  </a:lnTo>
                  <a:lnTo>
                    <a:pt x="2865450" y="1775841"/>
                  </a:lnTo>
                  <a:lnTo>
                    <a:pt x="2857830" y="1775841"/>
                  </a:lnTo>
                  <a:lnTo>
                    <a:pt x="2857830" y="1784985"/>
                  </a:lnTo>
                  <a:lnTo>
                    <a:pt x="2865450" y="1784985"/>
                  </a:lnTo>
                  <a:lnTo>
                    <a:pt x="2865450" y="1960245"/>
                  </a:lnTo>
                  <a:lnTo>
                    <a:pt x="2857830" y="1960245"/>
                  </a:lnTo>
                  <a:lnTo>
                    <a:pt x="2857830" y="1969389"/>
                  </a:lnTo>
                  <a:lnTo>
                    <a:pt x="2865450" y="1969389"/>
                  </a:lnTo>
                  <a:lnTo>
                    <a:pt x="2865450" y="1970913"/>
                  </a:lnTo>
                  <a:lnTo>
                    <a:pt x="5840933" y="1970913"/>
                  </a:lnTo>
                  <a:lnTo>
                    <a:pt x="5840933" y="1969389"/>
                  </a:lnTo>
                  <a:lnTo>
                    <a:pt x="5850077" y="1969389"/>
                  </a:lnTo>
                  <a:lnTo>
                    <a:pt x="5850077" y="1960245"/>
                  </a:lnTo>
                  <a:lnTo>
                    <a:pt x="5831789" y="1960245"/>
                  </a:lnTo>
                  <a:lnTo>
                    <a:pt x="5831789" y="1784985"/>
                  </a:lnTo>
                  <a:lnTo>
                    <a:pt x="5850077" y="1784985"/>
                  </a:lnTo>
                  <a:lnTo>
                    <a:pt x="5850077" y="1775841"/>
                  </a:lnTo>
                  <a:close/>
                </a:path>
                <a:path w="5850255" h="2426970">
                  <a:moveTo>
                    <a:pt x="5850077" y="1547241"/>
                  </a:moveTo>
                  <a:lnTo>
                    <a:pt x="5840933" y="1547241"/>
                  </a:lnTo>
                  <a:lnTo>
                    <a:pt x="2876118" y="1547241"/>
                  </a:lnTo>
                  <a:lnTo>
                    <a:pt x="2876118" y="1556385"/>
                  </a:lnTo>
                  <a:lnTo>
                    <a:pt x="2876118" y="1733169"/>
                  </a:lnTo>
                  <a:lnTo>
                    <a:pt x="2876105" y="1556385"/>
                  </a:lnTo>
                  <a:lnTo>
                    <a:pt x="2876118" y="1547241"/>
                  </a:lnTo>
                  <a:lnTo>
                    <a:pt x="2865450" y="1547241"/>
                  </a:lnTo>
                  <a:lnTo>
                    <a:pt x="2857830" y="1547241"/>
                  </a:lnTo>
                  <a:lnTo>
                    <a:pt x="2857830" y="1556385"/>
                  </a:lnTo>
                  <a:lnTo>
                    <a:pt x="2865450" y="1556385"/>
                  </a:lnTo>
                  <a:lnTo>
                    <a:pt x="2865450" y="1733169"/>
                  </a:lnTo>
                  <a:lnTo>
                    <a:pt x="2857830" y="1733169"/>
                  </a:lnTo>
                  <a:lnTo>
                    <a:pt x="2857830" y="1742313"/>
                  </a:lnTo>
                  <a:lnTo>
                    <a:pt x="2865450" y="1742313"/>
                  </a:lnTo>
                  <a:lnTo>
                    <a:pt x="5840933" y="1742313"/>
                  </a:lnTo>
                  <a:lnTo>
                    <a:pt x="5850077" y="1742313"/>
                  </a:lnTo>
                  <a:lnTo>
                    <a:pt x="5850077" y="1733169"/>
                  </a:lnTo>
                  <a:lnTo>
                    <a:pt x="5840933" y="1733169"/>
                  </a:lnTo>
                  <a:lnTo>
                    <a:pt x="5831789" y="1733169"/>
                  </a:lnTo>
                  <a:lnTo>
                    <a:pt x="5831789" y="1556385"/>
                  </a:lnTo>
                  <a:lnTo>
                    <a:pt x="5840933" y="1556385"/>
                  </a:lnTo>
                  <a:lnTo>
                    <a:pt x="5850077" y="1556385"/>
                  </a:lnTo>
                  <a:lnTo>
                    <a:pt x="5850077" y="1547241"/>
                  </a:lnTo>
                  <a:close/>
                </a:path>
                <a:path w="5850255" h="2426970">
                  <a:moveTo>
                    <a:pt x="5850077" y="1318641"/>
                  </a:moveTo>
                  <a:lnTo>
                    <a:pt x="5840933" y="1318641"/>
                  </a:lnTo>
                  <a:lnTo>
                    <a:pt x="2865450" y="1318641"/>
                  </a:lnTo>
                  <a:lnTo>
                    <a:pt x="2857830" y="1318641"/>
                  </a:lnTo>
                  <a:lnTo>
                    <a:pt x="2857830" y="1327785"/>
                  </a:lnTo>
                  <a:lnTo>
                    <a:pt x="2865450" y="1327785"/>
                  </a:lnTo>
                  <a:lnTo>
                    <a:pt x="2876118" y="1327785"/>
                  </a:lnTo>
                  <a:lnTo>
                    <a:pt x="2876118" y="1504569"/>
                  </a:lnTo>
                  <a:lnTo>
                    <a:pt x="2865450" y="1504569"/>
                  </a:lnTo>
                  <a:lnTo>
                    <a:pt x="2857830" y="1504569"/>
                  </a:lnTo>
                  <a:lnTo>
                    <a:pt x="2857830" y="1513713"/>
                  </a:lnTo>
                  <a:lnTo>
                    <a:pt x="2865450" y="1513713"/>
                  </a:lnTo>
                  <a:lnTo>
                    <a:pt x="5840933" y="1513713"/>
                  </a:lnTo>
                  <a:lnTo>
                    <a:pt x="5850077" y="1513713"/>
                  </a:lnTo>
                  <a:lnTo>
                    <a:pt x="5850077" y="1504569"/>
                  </a:lnTo>
                  <a:lnTo>
                    <a:pt x="5840933" y="1504569"/>
                  </a:lnTo>
                  <a:lnTo>
                    <a:pt x="5831789" y="1504569"/>
                  </a:lnTo>
                  <a:lnTo>
                    <a:pt x="5831789" y="1327785"/>
                  </a:lnTo>
                  <a:lnTo>
                    <a:pt x="5840933" y="1327785"/>
                  </a:lnTo>
                  <a:lnTo>
                    <a:pt x="5850077" y="1327785"/>
                  </a:lnTo>
                  <a:lnTo>
                    <a:pt x="5850077" y="1318641"/>
                  </a:lnTo>
                  <a:close/>
                </a:path>
                <a:path w="5850255" h="2426970">
                  <a:moveTo>
                    <a:pt x="5850077" y="1090041"/>
                  </a:moveTo>
                  <a:lnTo>
                    <a:pt x="5840933" y="1090041"/>
                  </a:lnTo>
                  <a:lnTo>
                    <a:pt x="2865450" y="1090041"/>
                  </a:lnTo>
                  <a:lnTo>
                    <a:pt x="2857830" y="1090041"/>
                  </a:lnTo>
                  <a:lnTo>
                    <a:pt x="2857830" y="1099185"/>
                  </a:lnTo>
                  <a:lnTo>
                    <a:pt x="2865450" y="1099185"/>
                  </a:lnTo>
                  <a:lnTo>
                    <a:pt x="2876118" y="1099185"/>
                  </a:lnTo>
                  <a:lnTo>
                    <a:pt x="2876118" y="1275969"/>
                  </a:lnTo>
                  <a:lnTo>
                    <a:pt x="2865450" y="1275969"/>
                  </a:lnTo>
                  <a:lnTo>
                    <a:pt x="2857830" y="1275969"/>
                  </a:lnTo>
                  <a:lnTo>
                    <a:pt x="2857830" y="1285113"/>
                  </a:lnTo>
                  <a:lnTo>
                    <a:pt x="2865450" y="1285113"/>
                  </a:lnTo>
                  <a:lnTo>
                    <a:pt x="5840933" y="1285113"/>
                  </a:lnTo>
                  <a:lnTo>
                    <a:pt x="5850077" y="1285113"/>
                  </a:lnTo>
                  <a:lnTo>
                    <a:pt x="5850077" y="1275969"/>
                  </a:lnTo>
                  <a:lnTo>
                    <a:pt x="5840933" y="1275969"/>
                  </a:lnTo>
                  <a:lnTo>
                    <a:pt x="5831789" y="1275969"/>
                  </a:lnTo>
                  <a:lnTo>
                    <a:pt x="5831789" y="1099185"/>
                  </a:lnTo>
                  <a:lnTo>
                    <a:pt x="5840933" y="1099185"/>
                  </a:lnTo>
                  <a:lnTo>
                    <a:pt x="5850077" y="1099185"/>
                  </a:lnTo>
                  <a:lnTo>
                    <a:pt x="5850077" y="1090041"/>
                  </a:lnTo>
                  <a:close/>
                </a:path>
                <a:path w="5850255" h="2426970">
                  <a:moveTo>
                    <a:pt x="5850077" y="1047369"/>
                  </a:moveTo>
                  <a:lnTo>
                    <a:pt x="5831789" y="1047369"/>
                  </a:lnTo>
                  <a:lnTo>
                    <a:pt x="5831789" y="870585"/>
                  </a:lnTo>
                  <a:lnTo>
                    <a:pt x="5831789" y="693813"/>
                  </a:lnTo>
                  <a:lnTo>
                    <a:pt x="2876118" y="693813"/>
                  </a:lnTo>
                  <a:lnTo>
                    <a:pt x="2876118" y="870585"/>
                  </a:lnTo>
                  <a:lnTo>
                    <a:pt x="2876118" y="1047369"/>
                  </a:lnTo>
                  <a:lnTo>
                    <a:pt x="2857830" y="1047369"/>
                  </a:lnTo>
                  <a:lnTo>
                    <a:pt x="2857830" y="1056513"/>
                  </a:lnTo>
                  <a:lnTo>
                    <a:pt x="2865450" y="1056513"/>
                  </a:lnTo>
                  <a:lnTo>
                    <a:pt x="2865450" y="1058037"/>
                  </a:lnTo>
                  <a:lnTo>
                    <a:pt x="5840933" y="1058037"/>
                  </a:lnTo>
                  <a:lnTo>
                    <a:pt x="5840933" y="1056513"/>
                  </a:lnTo>
                  <a:lnTo>
                    <a:pt x="5850077" y="1056513"/>
                  </a:lnTo>
                  <a:lnTo>
                    <a:pt x="5850077" y="1047369"/>
                  </a:lnTo>
                  <a:close/>
                </a:path>
                <a:path w="5850255" h="2426970">
                  <a:moveTo>
                    <a:pt x="5850077" y="684657"/>
                  </a:moveTo>
                  <a:lnTo>
                    <a:pt x="5840933" y="684657"/>
                  </a:lnTo>
                  <a:lnTo>
                    <a:pt x="2865450" y="684657"/>
                  </a:lnTo>
                  <a:lnTo>
                    <a:pt x="2857830" y="684657"/>
                  </a:lnTo>
                  <a:lnTo>
                    <a:pt x="2857830" y="693801"/>
                  </a:lnTo>
                  <a:lnTo>
                    <a:pt x="2865450" y="693801"/>
                  </a:lnTo>
                  <a:lnTo>
                    <a:pt x="5840933" y="693801"/>
                  </a:lnTo>
                  <a:lnTo>
                    <a:pt x="5850077" y="693801"/>
                  </a:lnTo>
                  <a:lnTo>
                    <a:pt x="5850077" y="684657"/>
                  </a:lnTo>
                  <a:close/>
                </a:path>
                <a:path w="5850255" h="2426970">
                  <a:moveTo>
                    <a:pt x="5850077" y="457581"/>
                  </a:moveTo>
                  <a:lnTo>
                    <a:pt x="5840933" y="457581"/>
                  </a:lnTo>
                  <a:lnTo>
                    <a:pt x="5840933" y="456057"/>
                  </a:lnTo>
                  <a:lnTo>
                    <a:pt x="2865450" y="456057"/>
                  </a:lnTo>
                  <a:lnTo>
                    <a:pt x="2865450" y="457581"/>
                  </a:lnTo>
                  <a:lnTo>
                    <a:pt x="2857830" y="457581"/>
                  </a:lnTo>
                  <a:lnTo>
                    <a:pt x="2857830" y="466725"/>
                  </a:lnTo>
                  <a:lnTo>
                    <a:pt x="2876118" y="466725"/>
                  </a:lnTo>
                  <a:lnTo>
                    <a:pt x="2876118" y="641985"/>
                  </a:lnTo>
                  <a:lnTo>
                    <a:pt x="2857830" y="641985"/>
                  </a:lnTo>
                  <a:lnTo>
                    <a:pt x="2857830" y="651129"/>
                  </a:lnTo>
                  <a:lnTo>
                    <a:pt x="2865450" y="651129"/>
                  </a:lnTo>
                  <a:lnTo>
                    <a:pt x="2865450" y="652653"/>
                  </a:lnTo>
                  <a:lnTo>
                    <a:pt x="5840933" y="652653"/>
                  </a:lnTo>
                  <a:lnTo>
                    <a:pt x="5840933" y="651129"/>
                  </a:lnTo>
                  <a:lnTo>
                    <a:pt x="5850077" y="651129"/>
                  </a:lnTo>
                  <a:lnTo>
                    <a:pt x="5850077" y="641985"/>
                  </a:lnTo>
                  <a:lnTo>
                    <a:pt x="5831789" y="641985"/>
                  </a:lnTo>
                  <a:lnTo>
                    <a:pt x="5831789" y="466725"/>
                  </a:lnTo>
                  <a:lnTo>
                    <a:pt x="5850077" y="466725"/>
                  </a:lnTo>
                  <a:lnTo>
                    <a:pt x="5850077" y="457581"/>
                  </a:lnTo>
                  <a:close/>
                </a:path>
                <a:path w="5850255" h="2426970">
                  <a:moveTo>
                    <a:pt x="5850077" y="414909"/>
                  </a:moveTo>
                  <a:lnTo>
                    <a:pt x="5840933" y="414909"/>
                  </a:lnTo>
                  <a:lnTo>
                    <a:pt x="5831789" y="414909"/>
                  </a:lnTo>
                  <a:lnTo>
                    <a:pt x="5831789" y="237832"/>
                  </a:lnTo>
                  <a:lnTo>
                    <a:pt x="2876118" y="237832"/>
                  </a:lnTo>
                  <a:lnTo>
                    <a:pt x="2876118" y="414909"/>
                  </a:lnTo>
                  <a:lnTo>
                    <a:pt x="2865450" y="414909"/>
                  </a:lnTo>
                  <a:lnTo>
                    <a:pt x="2857830" y="414909"/>
                  </a:lnTo>
                  <a:lnTo>
                    <a:pt x="2857830" y="424053"/>
                  </a:lnTo>
                  <a:lnTo>
                    <a:pt x="2865450" y="424053"/>
                  </a:lnTo>
                  <a:lnTo>
                    <a:pt x="5840933" y="424053"/>
                  </a:lnTo>
                  <a:lnTo>
                    <a:pt x="5850077" y="424053"/>
                  </a:lnTo>
                  <a:lnTo>
                    <a:pt x="5850077" y="414909"/>
                  </a:lnTo>
                  <a:close/>
                </a:path>
                <a:path w="5850255" h="2426970">
                  <a:moveTo>
                    <a:pt x="5850077" y="228600"/>
                  </a:moveTo>
                  <a:lnTo>
                    <a:pt x="5840933" y="228600"/>
                  </a:lnTo>
                  <a:lnTo>
                    <a:pt x="2865450" y="228600"/>
                  </a:lnTo>
                  <a:lnTo>
                    <a:pt x="2857830" y="228600"/>
                  </a:lnTo>
                  <a:lnTo>
                    <a:pt x="2857830" y="237744"/>
                  </a:lnTo>
                  <a:lnTo>
                    <a:pt x="2865450" y="237744"/>
                  </a:lnTo>
                  <a:lnTo>
                    <a:pt x="5840933" y="237744"/>
                  </a:lnTo>
                  <a:lnTo>
                    <a:pt x="5850077" y="237744"/>
                  </a:lnTo>
                  <a:lnTo>
                    <a:pt x="5850077" y="228600"/>
                  </a:lnTo>
                  <a:close/>
                </a:path>
                <a:path w="5850255" h="2426970">
                  <a:moveTo>
                    <a:pt x="5850077" y="185928"/>
                  </a:moveTo>
                  <a:lnTo>
                    <a:pt x="5840933" y="185928"/>
                  </a:lnTo>
                  <a:lnTo>
                    <a:pt x="5831789" y="185928"/>
                  </a:lnTo>
                  <a:lnTo>
                    <a:pt x="5831789" y="9156"/>
                  </a:lnTo>
                  <a:lnTo>
                    <a:pt x="2876118" y="9156"/>
                  </a:lnTo>
                  <a:lnTo>
                    <a:pt x="2876118" y="185928"/>
                  </a:lnTo>
                  <a:lnTo>
                    <a:pt x="2865450" y="185928"/>
                  </a:lnTo>
                  <a:lnTo>
                    <a:pt x="2857830" y="185928"/>
                  </a:lnTo>
                  <a:lnTo>
                    <a:pt x="2857830" y="195072"/>
                  </a:lnTo>
                  <a:lnTo>
                    <a:pt x="2865450" y="195072"/>
                  </a:lnTo>
                  <a:lnTo>
                    <a:pt x="5840933" y="195072"/>
                  </a:lnTo>
                  <a:lnTo>
                    <a:pt x="5850077" y="195072"/>
                  </a:lnTo>
                  <a:lnTo>
                    <a:pt x="5850077" y="185928"/>
                  </a:lnTo>
                  <a:close/>
                </a:path>
                <a:path w="5850255" h="2426970">
                  <a:moveTo>
                    <a:pt x="5850077" y="0"/>
                  </a:moveTo>
                  <a:lnTo>
                    <a:pt x="5840933" y="0"/>
                  </a:lnTo>
                  <a:lnTo>
                    <a:pt x="2865450" y="0"/>
                  </a:lnTo>
                  <a:lnTo>
                    <a:pt x="2857830" y="0"/>
                  </a:lnTo>
                  <a:lnTo>
                    <a:pt x="2857830" y="9144"/>
                  </a:lnTo>
                  <a:lnTo>
                    <a:pt x="2865450" y="9144"/>
                  </a:lnTo>
                  <a:lnTo>
                    <a:pt x="5840933" y="9144"/>
                  </a:lnTo>
                  <a:lnTo>
                    <a:pt x="5850077" y="9144"/>
                  </a:lnTo>
                  <a:lnTo>
                    <a:pt x="5850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96416" y="5331586"/>
              <a:ext cx="5850255" cy="1742439"/>
            </a:xfrm>
            <a:custGeom>
              <a:avLst/>
              <a:gdLst/>
              <a:ahLst/>
              <a:cxnLst/>
              <a:rect l="l" t="t" r="r" b="b"/>
              <a:pathLst>
                <a:path w="5850255" h="1742440">
                  <a:moveTo>
                    <a:pt x="1989074" y="1368806"/>
                  </a:moveTo>
                  <a:lnTo>
                    <a:pt x="1986026" y="1368806"/>
                  </a:lnTo>
                  <a:lnTo>
                    <a:pt x="9144" y="1368806"/>
                  </a:lnTo>
                  <a:lnTo>
                    <a:pt x="0" y="1368806"/>
                  </a:lnTo>
                  <a:lnTo>
                    <a:pt x="0" y="1377950"/>
                  </a:lnTo>
                  <a:lnTo>
                    <a:pt x="9144" y="1377950"/>
                  </a:lnTo>
                  <a:lnTo>
                    <a:pt x="9144" y="1554734"/>
                  </a:lnTo>
                  <a:lnTo>
                    <a:pt x="18288" y="1554734"/>
                  </a:lnTo>
                  <a:lnTo>
                    <a:pt x="18288" y="1731518"/>
                  </a:lnTo>
                  <a:lnTo>
                    <a:pt x="0" y="1731518"/>
                  </a:lnTo>
                  <a:lnTo>
                    <a:pt x="0" y="1740662"/>
                  </a:lnTo>
                  <a:lnTo>
                    <a:pt x="9144" y="1740662"/>
                  </a:lnTo>
                  <a:lnTo>
                    <a:pt x="9144" y="1742186"/>
                  </a:lnTo>
                  <a:lnTo>
                    <a:pt x="1986026" y="1742186"/>
                  </a:lnTo>
                  <a:lnTo>
                    <a:pt x="1986026" y="1740662"/>
                  </a:lnTo>
                  <a:lnTo>
                    <a:pt x="1989074" y="1740662"/>
                  </a:lnTo>
                  <a:lnTo>
                    <a:pt x="1989074" y="1731518"/>
                  </a:lnTo>
                  <a:lnTo>
                    <a:pt x="1976882" y="1731518"/>
                  </a:lnTo>
                  <a:lnTo>
                    <a:pt x="1976882" y="1554734"/>
                  </a:lnTo>
                  <a:lnTo>
                    <a:pt x="1986026" y="1554734"/>
                  </a:lnTo>
                  <a:lnTo>
                    <a:pt x="1986026" y="1377950"/>
                  </a:lnTo>
                  <a:lnTo>
                    <a:pt x="1989074" y="1377950"/>
                  </a:lnTo>
                  <a:lnTo>
                    <a:pt x="1989074" y="1368806"/>
                  </a:lnTo>
                  <a:close/>
                </a:path>
                <a:path w="5850255" h="1742440">
                  <a:moveTo>
                    <a:pt x="1989074" y="1141730"/>
                  </a:moveTo>
                  <a:lnTo>
                    <a:pt x="1986026" y="1141730"/>
                  </a:lnTo>
                  <a:lnTo>
                    <a:pt x="1986026" y="1140206"/>
                  </a:lnTo>
                  <a:lnTo>
                    <a:pt x="1976958" y="1140206"/>
                  </a:lnTo>
                  <a:lnTo>
                    <a:pt x="1976958" y="1150874"/>
                  </a:lnTo>
                  <a:lnTo>
                    <a:pt x="1976958" y="1326134"/>
                  </a:lnTo>
                  <a:lnTo>
                    <a:pt x="1976882" y="1150874"/>
                  </a:lnTo>
                  <a:lnTo>
                    <a:pt x="1976958" y="1140206"/>
                  </a:lnTo>
                  <a:lnTo>
                    <a:pt x="9144" y="1140206"/>
                  </a:lnTo>
                  <a:lnTo>
                    <a:pt x="9144" y="1141730"/>
                  </a:lnTo>
                  <a:lnTo>
                    <a:pt x="0" y="1141730"/>
                  </a:lnTo>
                  <a:lnTo>
                    <a:pt x="0" y="1150874"/>
                  </a:lnTo>
                  <a:lnTo>
                    <a:pt x="18288" y="1150874"/>
                  </a:lnTo>
                  <a:lnTo>
                    <a:pt x="18288" y="1326134"/>
                  </a:lnTo>
                  <a:lnTo>
                    <a:pt x="0" y="1326134"/>
                  </a:lnTo>
                  <a:lnTo>
                    <a:pt x="0" y="1335278"/>
                  </a:lnTo>
                  <a:lnTo>
                    <a:pt x="9144" y="1335278"/>
                  </a:lnTo>
                  <a:lnTo>
                    <a:pt x="9144" y="1336802"/>
                  </a:lnTo>
                  <a:lnTo>
                    <a:pt x="1986026" y="1336802"/>
                  </a:lnTo>
                  <a:lnTo>
                    <a:pt x="1986026" y="1335278"/>
                  </a:lnTo>
                  <a:lnTo>
                    <a:pt x="1989074" y="1335278"/>
                  </a:lnTo>
                  <a:lnTo>
                    <a:pt x="1989074" y="1326134"/>
                  </a:lnTo>
                  <a:lnTo>
                    <a:pt x="1986102" y="1326134"/>
                  </a:lnTo>
                  <a:lnTo>
                    <a:pt x="1986102" y="1150874"/>
                  </a:lnTo>
                  <a:lnTo>
                    <a:pt x="1989074" y="1150874"/>
                  </a:lnTo>
                  <a:lnTo>
                    <a:pt x="1989074" y="1141730"/>
                  </a:lnTo>
                  <a:close/>
                </a:path>
                <a:path w="5850255" h="1742440">
                  <a:moveTo>
                    <a:pt x="1989074" y="913130"/>
                  </a:moveTo>
                  <a:lnTo>
                    <a:pt x="1986026" y="913130"/>
                  </a:lnTo>
                  <a:lnTo>
                    <a:pt x="1976958" y="913130"/>
                  </a:lnTo>
                  <a:lnTo>
                    <a:pt x="1976958" y="922274"/>
                  </a:lnTo>
                  <a:lnTo>
                    <a:pt x="1976958" y="1099058"/>
                  </a:lnTo>
                  <a:lnTo>
                    <a:pt x="1976882" y="922274"/>
                  </a:lnTo>
                  <a:lnTo>
                    <a:pt x="1976958" y="913130"/>
                  </a:lnTo>
                  <a:lnTo>
                    <a:pt x="9144" y="913130"/>
                  </a:lnTo>
                  <a:lnTo>
                    <a:pt x="0" y="913130"/>
                  </a:lnTo>
                  <a:lnTo>
                    <a:pt x="0" y="922274"/>
                  </a:lnTo>
                  <a:lnTo>
                    <a:pt x="9144" y="922274"/>
                  </a:lnTo>
                  <a:lnTo>
                    <a:pt x="18288" y="922274"/>
                  </a:lnTo>
                  <a:lnTo>
                    <a:pt x="18288" y="1099058"/>
                  </a:lnTo>
                  <a:lnTo>
                    <a:pt x="9144" y="1099058"/>
                  </a:lnTo>
                  <a:lnTo>
                    <a:pt x="0" y="1099058"/>
                  </a:lnTo>
                  <a:lnTo>
                    <a:pt x="0" y="1108202"/>
                  </a:lnTo>
                  <a:lnTo>
                    <a:pt x="9144" y="1108202"/>
                  </a:lnTo>
                  <a:lnTo>
                    <a:pt x="1986026" y="1108202"/>
                  </a:lnTo>
                  <a:lnTo>
                    <a:pt x="1989074" y="1108202"/>
                  </a:lnTo>
                  <a:lnTo>
                    <a:pt x="1989074" y="1099058"/>
                  </a:lnTo>
                  <a:lnTo>
                    <a:pt x="1986102" y="1099058"/>
                  </a:lnTo>
                  <a:lnTo>
                    <a:pt x="1986102" y="922274"/>
                  </a:lnTo>
                  <a:lnTo>
                    <a:pt x="1989074" y="922274"/>
                  </a:lnTo>
                  <a:lnTo>
                    <a:pt x="1989074" y="913130"/>
                  </a:lnTo>
                  <a:close/>
                </a:path>
                <a:path w="5850255" h="1742440">
                  <a:moveTo>
                    <a:pt x="1989074" y="684530"/>
                  </a:moveTo>
                  <a:lnTo>
                    <a:pt x="1986026" y="684530"/>
                  </a:lnTo>
                  <a:lnTo>
                    <a:pt x="1976958" y="684530"/>
                  </a:lnTo>
                  <a:lnTo>
                    <a:pt x="1976958" y="693674"/>
                  </a:lnTo>
                  <a:lnTo>
                    <a:pt x="1976958" y="870458"/>
                  </a:lnTo>
                  <a:lnTo>
                    <a:pt x="1976882" y="693674"/>
                  </a:lnTo>
                  <a:lnTo>
                    <a:pt x="1976958" y="684530"/>
                  </a:lnTo>
                  <a:lnTo>
                    <a:pt x="9144" y="684530"/>
                  </a:lnTo>
                  <a:lnTo>
                    <a:pt x="0" y="684530"/>
                  </a:lnTo>
                  <a:lnTo>
                    <a:pt x="0" y="693674"/>
                  </a:lnTo>
                  <a:lnTo>
                    <a:pt x="9144" y="693674"/>
                  </a:lnTo>
                  <a:lnTo>
                    <a:pt x="18288" y="693674"/>
                  </a:lnTo>
                  <a:lnTo>
                    <a:pt x="18288" y="870458"/>
                  </a:lnTo>
                  <a:lnTo>
                    <a:pt x="9144" y="870458"/>
                  </a:lnTo>
                  <a:lnTo>
                    <a:pt x="0" y="870458"/>
                  </a:lnTo>
                  <a:lnTo>
                    <a:pt x="0" y="879602"/>
                  </a:lnTo>
                  <a:lnTo>
                    <a:pt x="9144" y="879602"/>
                  </a:lnTo>
                  <a:lnTo>
                    <a:pt x="1986026" y="879602"/>
                  </a:lnTo>
                  <a:lnTo>
                    <a:pt x="1989074" y="879602"/>
                  </a:lnTo>
                  <a:lnTo>
                    <a:pt x="1989074" y="870458"/>
                  </a:lnTo>
                  <a:lnTo>
                    <a:pt x="1986102" y="870458"/>
                  </a:lnTo>
                  <a:lnTo>
                    <a:pt x="1986102" y="693674"/>
                  </a:lnTo>
                  <a:lnTo>
                    <a:pt x="1989074" y="693674"/>
                  </a:lnTo>
                  <a:lnTo>
                    <a:pt x="1989074" y="684530"/>
                  </a:lnTo>
                  <a:close/>
                </a:path>
                <a:path w="5850255" h="1742440">
                  <a:moveTo>
                    <a:pt x="1989074" y="455930"/>
                  </a:moveTo>
                  <a:lnTo>
                    <a:pt x="1986026" y="455930"/>
                  </a:lnTo>
                  <a:lnTo>
                    <a:pt x="1976958" y="455930"/>
                  </a:lnTo>
                  <a:lnTo>
                    <a:pt x="1976958" y="465074"/>
                  </a:lnTo>
                  <a:lnTo>
                    <a:pt x="1976958" y="641858"/>
                  </a:lnTo>
                  <a:lnTo>
                    <a:pt x="1976882" y="465074"/>
                  </a:lnTo>
                  <a:lnTo>
                    <a:pt x="1976958" y="455930"/>
                  </a:lnTo>
                  <a:lnTo>
                    <a:pt x="9144" y="455930"/>
                  </a:lnTo>
                  <a:lnTo>
                    <a:pt x="0" y="455930"/>
                  </a:lnTo>
                  <a:lnTo>
                    <a:pt x="0" y="465074"/>
                  </a:lnTo>
                  <a:lnTo>
                    <a:pt x="9144" y="465074"/>
                  </a:lnTo>
                  <a:lnTo>
                    <a:pt x="18288" y="465074"/>
                  </a:lnTo>
                  <a:lnTo>
                    <a:pt x="18288" y="641858"/>
                  </a:lnTo>
                  <a:lnTo>
                    <a:pt x="9144" y="641858"/>
                  </a:lnTo>
                  <a:lnTo>
                    <a:pt x="0" y="641858"/>
                  </a:lnTo>
                  <a:lnTo>
                    <a:pt x="0" y="651002"/>
                  </a:lnTo>
                  <a:lnTo>
                    <a:pt x="9144" y="651002"/>
                  </a:lnTo>
                  <a:lnTo>
                    <a:pt x="1986026" y="651002"/>
                  </a:lnTo>
                  <a:lnTo>
                    <a:pt x="1989074" y="651002"/>
                  </a:lnTo>
                  <a:lnTo>
                    <a:pt x="1989074" y="641858"/>
                  </a:lnTo>
                  <a:lnTo>
                    <a:pt x="1986102" y="641858"/>
                  </a:lnTo>
                  <a:lnTo>
                    <a:pt x="1986102" y="465074"/>
                  </a:lnTo>
                  <a:lnTo>
                    <a:pt x="1989074" y="465074"/>
                  </a:lnTo>
                  <a:lnTo>
                    <a:pt x="1989074" y="455930"/>
                  </a:lnTo>
                  <a:close/>
                </a:path>
                <a:path w="5850255" h="1742440">
                  <a:moveTo>
                    <a:pt x="1989074" y="228600"/>
                  </a:moveTo>
                  <a:lnTo>
                    <a:pt x="1986026" y="228600"/>
                  </a:lnTo>
                  <a:lnTo>
                    <a:pt x="1986026" y="227088"/>
                  </a:lnTo>
                  <a:lnTo>
                    <a:pt x="1976958" y="227088"/>
                  </a:lnTo>
                  <a:lnTo>
                    <a:pt x="1976958" y="237744"/>
                  </a:lnTo>
                  <a:lnTo>
                    <a:pt x="1976958" y="413258"/>
                  </a:lnTo>
                  <a:lnTo>
                    <a:pt x="1976882" y="237744"/>
                  </a:lnTo>
                  <a:lnTo>
                    <a:pt x="1976958" y="227088"/>
                  </a:lnTo>
                  <a:lnTo>
                    <a:pt x="9144" y="227088"/>
                  </a:lnTo>
                  <a:lnTo>
                    <a:pt x="9144" y="228600"/>
                  </a:lnTo>
                  <a:lnTo>
                    <a:pt x="0" y="228600"/>
                  </a:lnTo>
                  <a:lnTo>
                    <a:pt x="0" y="237744"/>
                  </a:lnTo>
                  <a:lnTo>
                    <a:pt x="18288" y="237744"/>
                  </a:lnTo>
                  <a:lnTo>
                    <a:pt x="18288" y="413258"/>
                  </a:lnTo>
                  <a:lnTo>
                    <a:pt x="0" y="413258"/>
                  </a:lnTo>
                  <a:lnTo>
                    <a:pt x="0" y="422402"/>
                  </a:lnTo>
                  <a:lnTo>
                    <a:pt x="9144" y="422402"/>
                  </a:lnTo>
                  <a:lnTo>
                    <a:pt x="9144" y="423926"/>
                  </a:lnTo>
                  <a:lnTo>
                    <a:pt x="1986026" y="423926"/>
                  </a:lnTo>
                  <a:lnTo>
                    <a:pt x="1986026" y="422402"/>
                  </a:lnTo>
                  <a:lnTo>
                    <a:pt x="1989074" y="422402"/>
                  </a:lnTo>
                  <a:lnTo>
                    <a:pt x="1989074" y="413258"/>
                  </a:lnTo>
                  <a:lnTo>
                    <a:pt x="1986102" y="413258"/>
                  </a:lnTo>
                  <a:lnTo>
                    <a:pt x="1986102" y="237744"/>
                  </a:lnTo>
                  <a:lnTo>
                    <a:pt x="1989074" y="237744"/>
                  </a:lnTo>
                  <a:lnTo>
                    <a:pt x="1989074" y="228600"/>
                  </a:lnTo>
                  <a:close/>
                </a:path>
                <a:path w="5850255" h="1742440">
                  <a:moveTo>
                    <a:pt x="1989074" y="185928"/>
                  </a:moveTo>
                  <a:lnTo>
                    <a:pt x="0" y="185928"/>
                  </a:lnTo>
                  <a:lnTo>
                    <a:pt x="0" y="195072"/>
                  </a:lnTo>
                  <a:lnTo>
                    <a:pt x="1989074" y="195072"/>
                  </a:lnTo>
                  <a:lnTo>
                    <a:pt x="1989074" y="185928"/>
                  </a:lnTo>
                  <a:close/>
                </a:path>
                <a:path w="5850255" h="1742440">
                  <a:moveTo>
                    <a:pt x="1998294" y="1365770"/>
                  </a:moveTo>
                  <a:lnTo>
                    <a:pt x="1989150" y="1365770"/>
                  </a:lnTo>
                  <a:lnTo>
                    <a:pt x="1989150" y="1368806"/>
                  </a:lnTo>
                  <a:lnTo>
                    <a:pt x="1998294" y="1368806"/>
                  </a:lnTo>
                  <a:lnTo>
                    <a:pt x="1998294" y="1365770"/>
                  </a:lnTo>
                  <a:close/>
                </a:path>
                <a:path w="5850255" h="1742440">
                  <a:moveTo>
                    <a:pt x="2008962" y="1138694"/>
                  </a:moveTo>
                  <a:lnTo>
                    <a:pt x="1998294" y="1138694"/>
                  </a:lnTo>
                  <a:lnTo>
                    <a:pt x="1989150" y="1138694"/>
                  </a:lnTo>
                  <a:lnTo>
                    <a:pt x="1989150" y="1141730"/>
                  </a:lnTo>
                  <a:lnTo>
                    <a:pt x="1989150" y="1335278"/>
                  </a:lnTo>
                  <a:lnTo>
                    <a:pt x="1998294" y="1335278"/>
                  </a:lnTo>
                  <a:lnTo>
                    <a:pt x="2008962" y="1335278"/>
                  </a:lnTo>
                  <a:lnTo>
                    <a:pt x="2008962" y="1141730"/>
                  </a:lnTo>
                  <a:lnTo>
                    <a:pt x="2008962" y="1138694"/>
                  </a:lnTo>
                  <a:close/>
                </a:path>
                <a:path w="5850255" h="1742440">
                  <a:moveTo>
                    <a:pt x="2836494" y="913130"/>
                  </a:moveTo>
                  <a:lnTo>
                    <a:pt x="2833446" y="913130"/>
                  </a:lnTo>
                  <a:lnTo>
                    <a:pt x="2018106" y="913130"/>
                  </a:lnTo>
                  <a:lnTo>
                    <a:pt x="2008962" y="913130"/>
                  </a:lnTo>
                  <a:lnTo>
                    <a:pt x="2008962" y="922274"/>
                  </a:lnTo>
                  <a:lnTo>
                    <a:pt x="2018106" y="922274"/>
                  </a:lnTo>
                  <a:lnTo>
                    <a:pt x="2018106" y="1099058"/>
                  </a:lnTo>
                  <a:lnTo>
                    <a:pt x="2008962" y="1099058"/>
                  </a:lnTo>
                  <a:lnTo>
                    <a:pt x="2008962" y="1108202"/>
                  </a:lnTo>
                  <a:lnTo>
                    <a:pt x="2018106" y="1108202"/>
                  </a:lnTo>
                  <a:lnTo>
                    <a:pt x="2833446" y="1108202"/>
                  </a:lnTo>
                  <a:lnTo>
                    <a:pt x="2836494" y="1108202"/>
                  </a:lnTo>
                  <a:lnTo>
                    <a:pt x="2836494" y="1099058"/>
                  </a:lnTo>
                  <a:lnTo>
                    <a:pt x="2833446" y="1099058"/>
                  </a:lnTo>
                  <a:lnTo>
                    <a:pt x="2824302" y="1099058"/>
                  </a:lnTo>
                  <a:lnTo>
                    <a:pt x="2824302" y="922274"/>
                  </a:lnTo>
                  <a:lnTo>
                    <a:pt x="2833446" y="922274"/>
                  </a:lnTo>
                  <a:lnTo>
                    <a:pt x="2836494" y="922274"/>
                  </a:lnTo>
                  <a:lnTo>
                    <a:pt x="2836494" y="913130"/>
                  </a:lnTo>
                  <a:close/>
                </a:path>
                <a:path w="5850255" h="1742440">
                  <a:moveTo>
                    <a:pt x="2836494" y="684530"/>
                  </a:moveTo>
                  <a:lnTo>
                    <a:pt x="2833446" y="684530"/>
                  </a:lnTo>
                  <a:lnTo>
                    <a:pt x="2018106" y="684530"/>
                  </a:lnTo>
                  <a:lnTo>
                    <a:pt x="2008962" y="684530"/>
                  </a:lnTo>
                  <a:lnTo>
                    <a:pt x="2008962" y="693674"/>
                  </a:lnTo>
                  <a:lnTo>
                    <a:pt x="2018106" y="693674"/>
                  </a:lnTo>
                  <a:lnTo>
                    <a:pt x="2018106" y="870458"/>
                  </a:lnTo>
                  <a:lnTo>
                    <a:pt x="2008962" y="870458"/>
                  </a:lnTo>
                  <a:lnTo>
                    <a:pt x="2008962" y="879602"/>
                  </a:lnTo>
                  <a:lnTo>
                    <a:pt x="2018106" y="879602"/>
                  </a:lnTo>
                  <a:lnTo>
                    <a:pt x="2833446" y="879602"/>
                  </a:lnTo>
                  <a:lnTo>
                    <a:pt x="2836494" y="879602"/>
                  </a:lnTo>
                  <a:lnTo>
                    <a:pt x="2836494" y="870458"/>
                  </a:lnTo>
                  <a:lnTo>
                    <a:pt x="2833446" y="870458"/>
                  </a:lnTo>
                  <a:lnTo>
                    <a:pt x="2824302" y="870458"/>
                  </a:lnTo>
                  <a:lnTo>
                    <a:pt x="2824302" y="693674"/>
                  </a:lnTo>
                  <a:lnTo>
                    <a:pt x="2833446" y="693674"/>
                  </a:lnTo>
                  <a:lnTo>
                    <a:pt x="2836494" y="693674"/>
                  </a:lnTo>
                  <a:lnTo>
                    <a:pt x="2836494" y="684530"/>
                  </a:lnTo>
                  <a:close/>
                </a:path>
                <a:path w="5850255" h="1742440">
                  <a:moveTo>
                    <a:pt x="2847162" y="225552"/>
                  </a:moveTo>
                  <a:lnTo>
                    <a:pt x="2836494" y="225552"/>
                  </a:lnTo>
                  <a:lnTo>
                    <a:pt x="2836494" y="228549"/>
                  </a:lnTo>
                  <a:lnTo>
                    <a:pt x="2836494" y="237744"/>
                  </a:lnTo>
                  <a:lnTo>
                    <a:pt x="2836494" y="413258"/>
                  </a:lnTo>
                  <a:lnTo>
                    <a:pt x="2833433" y="413258"/>
                  </a:lnTo>
                  <a:lnTo>
                    <a:pt x="2833433" y="237744"/>
                  </a:lnTo>
                  <a:lnTo>
                    <a:pt x="2836494" y="237744"/>
                  </a:lnTo>
                  <a:lnTo>
                    <a:pt x="2836494" y="228600"/>
                  </a:lnTo>
                  <a:lnTo>
                    <a:pt x="2833446" y="228600"/>
                  </a:lnTo>
                  <a:lnTo>
                    <a:pt x="2833446" y="227088"/>
                  </a:lnTo>
                  <a:lnTo>
                    <a:pt x="2018106" y="227088"/>
                  </a:lnTo>
                  <a:lnTo>
                    <a:pt x="2018106" y="228600"/>
                  </a:lnTo>
                  <a:lnTo>
                    <a:pt x="2018106" y="237744"/>
                  </a:lnTo>
                  <a:lnTo>
                    <a:pt x="2018106" y="413258"/>
                  </a:lnTo>
                  <a:lnTo>
                    <a:pt x="2008962" y="413258"/>
                  </a:lnTo>
                  <a:lnTo>
                    <a:pt x="2008962" y="237744"/>
                  </a:lnTo>
                  <a:lnTo>
                    <a:pt x="2018106" y="237744"/>
                  </a:lnTo>
                  <a:lnTo>
                    <a:pt x="2018106" y="228600"/>
                  </a:lnTo>
                  <a:lnTo>
                    <a:pt x="2008962" y="228600"/>
                  </a:lnTo>
                  <a:lnTo>
                    <a:pt x="2008962" y="225552"/>
                  </a:lnTo>
                  <a:lnTo>
                    <a:pt x="1998294" y="225552"/>
                  </a:lnTo>
                  <a:lnTo>
                    <a:pt x="1989150" y="225552"/>
                  </a:lnTo>
                  <a:lnTo>
                    <a:pt x="1989150" y="228549"/>
                  </a:lnTo>
                  <a:lnTo>
                    <a:pt x="1989150" y="422402"/>
                  </a:lnTo>
                  <a:lnTo>
                    <a:pt x="1989150" y="431546"/>
                  </a:lnTo>
                  <a:lnTo>
                    <a:pt x="1998294" y="431546"/>
                  </a:lnTo>
                  <a:lnTo>
                    <a:pt x="2008962" y="431546"/>
                  </a:lnTo>
                  <a:lnTo>
                    <a:pt x="2008962" y="422402"/>
                  </a:lnTo>
                  <a:lnTo>
                    <a:pt x="2018106" y="422402"/>
                  </a:lnTo>
                  <a:lnTo>
                    <a:pt x="2018106" y="423926"/>
                  </a:lnTo>
                  <a:lnTo>
                    <a:pt x="2833446" y="423926"/>
                  </a:lnTo>
                  <a:lnTo>
                    <a:pt x="2833446" y="422402"/>
                  </a:lnTo>
                  <a:lnTo>
                    <a:pt x="2836494" y="422402"/>
                  </a:lnTo>
                  <a:lnTo>
                    <a:pt x="2836494" y="431546"/>
                  </a:lnTo>
                  <a:lnTo>
                    <a:pt x="2847162" y="431546"/>
                  </a:lnTo>
                  <a:lnTo>
                    <a:pt x="2847162" y="422402"/>
                  </a:lnTo>
                  <a:lnTo>
                    <a:pt x="2847162" y="228600"/>
                  </a:lnTo>
                  <a:lnTo>
                    <a:pt x="2847162" y="225552"/>
                  </a:lnTo>
                  <a:close/>
                </a:path>
                <a:path w="5850255" h="1742440">
                  <a:moveTo>
                    <a:pt x="5850077" y="185928"/>
                  </a:moveTo>
                  <a:lnTo>
                    <a:pt x="2857830" y="185928"/>
                  </a:lnTo>
                  <a:lnTo>
                    <a:pt x="2857830" y="195072"/>
                  </a:lnTo>
                  <a:lnTo>
                    <a:pt x="5850077" y="195072"/>
                  </a:lnTo>
                  <a:lnTo>
                    <a:pt x="5850077" y="185928"/>
                  </a:lnTo>
                  <a:close/>
                </a:path>
                <a:path w="5850255" h="1742440">
                  <a:moveTo>
                    <a:pt x="5850077" y="0"/>
                  </a:moveTo>
                  <a:lnTo>
                    <a:pt x="2857830" y="0"/>
                  </a:lnTo>
                  <a:lnTo>
                    <a:pt x="2857830" y="9144"/>
                  </a:lnTo>
                  <a:lnTo>
                    <a:pt x="5850077" y="9144"/>
                  </a:lnTo>
                  <a:lnTo>
                    <a:pt x="5850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96416" y="6700392"/>
              <a:ext cx="1998345" cy="1277620"/>
            </a:xfrm>
            <a:custGeom>
              <a:avLst/>
              <a:gdLst/>
              <a:ahLst/>
              <a:cxnLst/>
              <a:rect l="l" t="t" r="r" b="b"/>
              <a:pathLst>
                <a:path w="1998345" h="1277620">
                  <a:moveTo>
                    <a:pt x="1976882" y="1098880"/>
                  </a:moveTo>
                  <a:lnTo>
                    <a:pt x="18288" y="1098880"/>
                  </a:lnTo>
                  <a:lnTo>
                    <a:pt x="18288" y="1277493"/>
                  </a:lnTo>
                  <a:lnTo>
                    <a:pt x="1976882" y="1277493"/>
                  </a:lnTo>
                  <a:lnTo>
                    <a:pt x="1976882" y="1098880"/>
                  </a:lnTo>
                  <a:close/>
                </a:path>
                <a:path w="1998345" h="1277620">
                  <a:moveTo>
                    <a:pt x="1989074" y="862596"/>
                  </a:moveTo>
                  <a:lnTo>
                    <a:pt x="1986026" y="862596"/>
                  </a:lnTo>
                  <a:lnTo>
                    <a:pt x="1986026" y="861072"/>
                  </a:lnTo>
                  <a:lnTo>
                    <a:pt x="9144" y="861072"/>
                  </a:lnTo>
                  <a:lnTo>
                    <a:pt x="9144" y="862596"/>
                  </a:lnTo>
                  <a:lnTo>
                    <a:pt x="0" y="862596"/>
                  </a:lnTo>
                  <a:lnTo>
                    <a:pt x="0" y="871728"/>
                  </a:lnTo>
                  <a:lnTo>
                    <a:pt x="18288" y="871728"/>
                  </a:lnTo>
                  <a:lnTo>
                    <a:pt x="18288" y="1048512"/>
                  </a:lnTo>
                  <a:lnTo>
                    <a:pt x="9144" y="1048512"/>
                  </a:lnTo>
                  <a:lnTo>
                    <a:pt x="0" y="1048512"/>
                  </a:lnTo>
                  <a:lnTo>
                    <a:pt x="0" y="1057656"/>
                  </a:lnTo>
                  <a:lnTo>
                    <a:pt x="9144" y="1057656"/>
                  </a:lnTo>
                  <a:lnTo>
                    <a:pt x="1986026" y="1057656"/>
                  </a:lnTo>
                  <a:lnTo>
                    <a:pt x="1989074" y="1057656"/>
                  </a:lnTo>
                  <a:lnTo>
                    <a:pt x="1989074" y="1048512"/>
                  </a:lnTo>
                  <a:lnTo>
                    <a:pt x="1986026" y="1048512"/>
                  </a:lnTo>
                  <a:lnTo>
                    <a:pt x="1976882" y="1048512"/>
                  </a:lnTo>
                  <a:lnTo>
                    <a:pt x="1976882" y="871728"/>
                  </a:lnTo>
                  <a:lnTo>
                    <a:pt x="1989074" y="871728"/>
                  </a:lnTo>
                  <a:lnTo>
                    <a:pt x="1989074" y="862596"/>
                  </a:lnTo>
                  <a:close/>
                </a:path>
                <a:path w="1998345" h="1277620">
                  <a:moveTo>
                    <a:pt x="1989074" y="633996"/>
                  </a:moveTo>
                  <a:lnTo>
                    <a:pt x="1986026" y="633996"/>
                  </a:lnTo>
                  <a:lnTo>
                    <a:pt x="9144" y="633996"/>
                  </a:lnTo>
                  <a:lnTo>
                    <a:pt x="0" y="633996"/>
                  </a:lnTo>
                  <a:lnTo>
                    <a:pt x="0" y="643128"/>
                  </a:lnTo>
                  <a:lnTo>
                    <a:pt x="9144" y="643128"/>
                  </a:lnTo>
                  <a:lnTo>
                    <a:pt x="18288" y="643128"/>
                  </a:lnTo>
                  <a:lnTo>
                    <a:pt x="18288" y="819912"/>
                  </a:lnTo>
                  <a:lnTo>
                    <a:pt x="9144" y="819912"/>
                  </a:lnTo>
                  <a:lnTo>
                    <a:pt x="0" y="819912"/>
                  </a:lnTo>
                  <a:lnTo>
                    <a:pt x="0" y="829056"/>
                  </a:lnTo>
                  <a:lnTo>
                    <a:pt x="9144" y="829056"/>
                  </a:lnTo>
                  <a:lnTo>
                    <a:pt x="1986026" y="829056"/>
                  </a:lnTo>
                  <a:lnTo>
                    <a:pt x="1989074" y="829056"/>
                  </a:lnTo>
                  <a:lnTo>
                    <a:pt x="1989074" y="819912"/>
                  </a:lnTo>
                  <a:lnTo>
                    <a:pt x="1986026" y="819912"/>
                  </a:lnTo>
                  <a:lnTo>
                    <a:pt x="1976882" y="819912"/>
                  </a:lnTo>
                  <a:lnTo>
                    <a:pt x="1976882" y="643128"/>
                  </a:lnTo>
                  <a:lnTo>
                    <a:pt x="1986026" y="643128"/>
                  </a:lnTo>
                  <a:lnTo>
                    <a:pt x="1989074" y="643128"/>
                  </a:lnTo>
                  <a:lnTo>
                    <a:pt x="1989074" y="633996"/>
                  </a:lnTo>
                  <a:close/>
                </a:path>
                <a:path w="1998345" h="1277620">
                  <a:moveTo>
                    <a:pt x="1989074" y="405396"/>
                  </a:moveTo>
                  <a:lnTo>
                    <a:pt x="1986026" y="405396"/>
                  </a:lnTo>
                  <a:lnTo>
                    <a:pt x="9144" y="405396"/>
                  </a:lnTo>
                  <a:lnTo>
                    <a:pt x="0" y="405396"/>
                  </a:lnTo>
                  <a:lnTo>
                    <a:pt x="0" y="414528"/>
                  </a:lnTo>
                  <a:lnTo>
                    <a:pt x="9144" y="414528"/>
                  </a:lnTo>
                  <a:lnTo>
                    <a:pt x="18288" y="414528"/>
                  </a:lnTo>
                  <a:lnTo>
                    <a:pt x="18288" y="591312"/>
                  </a:lnTo>
                  <a:lnTo>
                    <a:pt x="9144" y="591312"/>
                  </a:lnTo>
                  <a:lnTo>
                    <a:pt x="0" y="591312"/>
                  </a:lnTo>
                  <a:lnTo>
                    <a:pt x="0" y="600456"/>
                  </a:lnTo>
                  <a:lnTo>
                    <a:pt x="9144" y="600456"/>
                  </a:lnTo>
                  <a:lnTo>
                    <a:pt x="1986026" y="600456"/>
                  </a:lnTo>
                  <a:lnTo>
                    <a:pt x="1989074" y="600456"/>
                  </a:lnTo>
                  <a:lnTo>
                    <a:pt x="1989074" y="591312"/>
                  </a:lnTo>
                  <a:lnTo>
                    <a:pt x="1986026" y="591312"/>
                  </a:lnTo>
                  <a:lnTo>
                    <a:pt x="1976882" y="591312"/>
                  </a:lnTo>
                  <a:lnTo>
                    <a:pt x="1976882" y="414528"/>
                  </a:lnTo>
                  <a:lnTo>
                    <a:pt x="1986026" y="414528"/>
                  </a:lnTo>
                  <a:lnTo>
                    <a:pt x="1989074" y="414528"/>
                  </a:lnTo>
                  <a:lnTo>
                    <a:pt x="1989074" y="405396"/>
                  </a:lnTo>
                  <a:close/>
                </a:path>
                <a:path w="1998345" h="1277620">
                  <a:moveTo>
                    <a:pt x="1989074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1989074" y="9144"/>
                  </a:lnTo>
                  <a:lnTo>
                    <a:pt x="1989074" y="0"/>
                  </a:lnTo>
                  <a:close/>
                </a:path>
                <a:path w="1998345" h="1277620">
                  <a:moveTo>
                    <a:pt x="1998294" y="0"/>
                  </a:moveTo>
                  <a:lnTo>
                    <a:pt x="1989150" y="0"/>
                  </a:lnTo>
                  <a:lnTo>
                    <a:pt x="1989150" y="371856"/>
                  </a:lnTo>
                  <a:lnTo>
                    <a:pt x="1998294" y="371856"/>
                  </a:lnTo>
                  <a:lnTo>
                    <a:pt x="19982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85748" y="925829"/>
          <a:ext cx="5876290" cy="8801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3900"/>
                <a:gridCol w="847725"/>
                <a:gridCol w="3021329"/>
              </a:tblGrid>
              <a:tr h="228091">
                <a:tc>
                  <a:txBody>
                    <a:bodyPr/>
                    <a:lstStyle/>
                    <a:p>
                      <a:pPr marL="5556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client_status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(1=Active, 0=Delete).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client_start_date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 service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started.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client_privacy_guard_report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longtext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Privacy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guard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report 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client_affiliate_u_id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identifier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affiliate.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client_password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Password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authentication.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client_affiliate_paid_status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marR="349250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Paid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affiliate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(0=Unpaid,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1=Paid).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076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client_card_number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 spc="-3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card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 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client_card_expiration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Expiration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card.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client_card_cvv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marR="70485">
                        <a:lnSpc>
                          <a:spcPct val="110700"/>
                        </a:lnSpc>
                        <a:spcBef>
                          <a:spcPts val="14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CVV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(Card Verification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Value)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of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card.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84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client_agreement_signed_image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Image 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signed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agreement.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707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client_agreement_signed_date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 agreement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was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signed.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client_service_type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of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service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client_is_active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active.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client_column_visible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varchar(500)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Columns visible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fk_client_processing_issue_id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marR="84455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Foreign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key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referencing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processing</a:t>
                      </a:r>
                      <a:r>
                        <a:rPr dirty="0" sz="1050" spc="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issues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related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fk_client_team_id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0640" marR="84455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Foreign key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referencing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team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assigned to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6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fk_client_team_id1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2857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marR="405765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Additional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foreign key referencing the team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assigned to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3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fk_client_affiliate_id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marR="239395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Foreign</a:t>
                      </a:r>
                      <a:r>
                        <a:rPr dirty="0" sz="1050" spc="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key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referencing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affiliate associated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3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fk_Customer_FolderId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marR="426720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Foreign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key referencing 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folder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the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customer.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fk_Customer_WorkflowId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marR="238125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Foreign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key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referencing 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workflow</a:t>
                      </a:r>
                      <a:r>
                        <a:rPr dirty="0" sz="1050" spc="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customer.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fk_Customer_statusid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marR="426720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Foreign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key referencing the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customer.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fk_client_enum_id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marR="394970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Foreign key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referencing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enumeration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values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related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fk_Customer_Secondary_FolderId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marR="19050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Foreign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key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referencing the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secondary folder</a:t>
                      </a:r>
                      <a:r>
                        <a:rPr dirty="0" sz="1050" spc="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 of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customer.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client_create_date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when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was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client_create_by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created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record.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client_modified_date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 record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was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last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modified.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client_modified_by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who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last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modified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record.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45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isPortalAccess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 of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has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portal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access.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326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monitoring_agency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Monitoring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agency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772534" y="2729737"/>
            <a:ext cx="2955925" cy="178435"/>
          </a:xfrm>
          <a:custGeom>
            <a:avLst/>
            <a:gdLst/>
            <a:ahLst/>
            <a:cxnLst/>
            <a:rect l="l" t="t" r="r" b="b"/>
            <a:pathLst>
              <a:path w="2955925" h="178435">
                <a:moveTo>
                  <a:pt x="2955670" y="0"/>
                </a:moveTo>
                <a:lnTo>
                  <a:pt x="0" y="0"/>
                </a:lnTo>
                <a:lnTo>
                  <a:pt x="0" y="178307"/>
                </a:lnTo>
                <a:lnTo>
                  <a:pt x="2955670" y="178307"/>
                </a:lnTo>
                <a:lnTo>
                  <a:pt x="29556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72534" y="2958337"/>
            <a:ext cx="2955925" cy="178435"/>
          </a:xfrm>
          <a:custGeom>
            <a:avLst/>
            <a:gdLst/>
            <a:ahLst/>
            <a:cxnLst/>
            <a:rect l="l" t="t" r="r" b="b"/>
            <a:pathLst>
              <a:path w="2955925" h="178435">
                <a:moveTo>
                  <a:pt x="2955670" y="0"/>
                </a:moveTo>
                <a:lnTo>
                  <a:pt x="0" y="0"/>
                </a:lnTo>
                <a:lnTo>
                  <a:pt x="0" y="178307"/>
                </a:lnTo>
                <a:lnTo>
                  <a:pt x="2955670" y="178307"/>
                </a:lnTo>
                <a:lnTo>
                  <a:pt x="29556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72535" y="3186950"/>
            <a:ext cx="2955925" cy="355600"/>
          </a:xfrm>
          <a:custGeom>
            <a:avLst/>
            <a:gdLst/>
            <a:ahLst/>
            <a:cxnLst/>
            <a:rect l="l" t="t" r="r" b="b"/>
            <a:pathLst>
              <a:path w="2955925" h="355600">
                <a:moveTo>
                  <a:pt x="2955671" y="176847"/>
                </a:moveTo>
                <a:lnTo>
                  <a:pt x="0" y="176847"/>
                </a:lnTo>
                <a:lnTo>
                  <a:pt x="0" y="355460"/>
                </a:lnTo>
                <a:lnTo>
                  <a:pt x="2955671" y="355460"/>
                </a:lnTo>
                <a:lnTo>
                  <a:pt x="2955671" y="176847"/>
                </a:lnTo>
                <a:close/>
              </a:path>
              <a:path w="2955925" h="355600">
                <a:moveTo>
                  <a:pt x="2955671" y="0"/>
                </a:moveTo>
                <a:lnTo>
                  <a:pt x="0" y="0"/>
                </a:lnTo>
                <a:lnTo>
                  <a:pt x="0" y="176771"/>
                </a:lnTo>
                <a:lnTo>
                  <a:pt x="2955671" y="176771"/>
                </a:lnTo>
                <a:lnTo>
                  <a:pt x="29556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72534" y="3592702"/>
            <a:ext cx="2955925" cy="177165"/>
          </a:xfrm>
          <a:custGeom>
            <a:avLst/>
            <a:gdLst/>
            <a:ahLst/>
            <a:cxnLst/>
            <a:rect l="l" t="t" r="r" b="b"/>
            <a:pathLst>
              <a:path w="2955925" h="177164">
                <a:moveTo>
                  <a:pt x="2955670" y="0"/>
                </a:moveTo>
                <a:lnTo>
                  <a:pt x="0" y="0"/>
                </a:lnTo>
                <a:lnTo>
                  <a:pt x="0" y="176783"/>
                </a:lnTo>
                <a:lnTo>
                  <a:pt x="2955670" y="176783"/>
                </a:lnTo>
                <a:lnTo>
                  <a:pt x="29556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72534" y="3821302"/>
            <a:ext cx="2955925" cy="177165"/>
          </a:xfrm>
          <a:custGeom>
            <a:avLst/>
            <a:gdLst/>
            <a:ahLst/>
            <a:cxnLst/>
            <a:rect l="l" t="t" r="r" b="b"/>
            <a:pathLst>
              <a:path w="2955925" h="177164">
                <a:moveTo>
                  <a:pt x="2955670" y="0"/>
                </a:moveTo>
                <a:lnTo>
                  <a:pt x="0" y="0"/>
                </a:lnTo>
                <a:lnTo>
                  <a:pt x="0" y="176783"/>
                </a:lnTo>
                <a:lnTo>
                  <a:pt x="2955670" y="176783"/>
                </a:lnTo>
                <a:lnTo>
                  <a:pt x="29556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2534" y="4048378"/>
            <a:ext cx="2955925" cy="178435"/>
          </a:xfrm>
          <a:custGeom>
            <a:avLst/>
            <a:gdLst/>
            <a:ahLst/>
            <a:cxnLst/>
            <a:rect l="l" t="t" r="r" b="b"/>
            <a:pathLst>
              <a:path w="2955925" h="178435">
                <a:moveTo>
                  <a:pt x="2955670" y="0"/>
                </a:moveTo>
                <a:lnTo>
                  <a:pt x="0" y="0"/>
                </a:lnTo>
                <a:lnTo>
                  <a:pt x="0" y="178307"/>
                </a:lnTo>
                <a:lnTo>
                  <a:pt x="2955670" y="178307"/>
                </a:lnTo>
                <a:lnTo>
                  <a:pt x="29556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2534" y="4276978"/>
            <a:ext cx="2955925" cy="178435"/>
          </a:xfrm>
          <a:custGeom>
            <a:avLst/>
            <a:gdLst/>
            <a:ahLst/>
            <a:cxnLst/>
            <a:rect l="l" t="t" r="r" b="b"/>
            <a:pathLst>
              <a:path w="2955925" h="178435">
                <a:moveTo>
                  <a:pt x="2955670" y="0"/>
                </a:moveTo>
                <a:lnTo>
                  <a:pt x="0" y="0"/>
                </a:lnTo>
                <a:lnTo>
                  <a:pt x="0" y="178308"/>
                </a:lnTo>
                <a:lnTo>
                  <a:pt x="2955670" y="178308"/>
                </a:lnTo>
                <a:lnTo>
                  <a:pt x="29556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05560" y="4505578"/>
            <a:ext cx="5822950" cy="3422015"/>
          </a:xfrm>
          <a:custGeom>
            <a:avLst/>
            <a:gdLst/>
            <a:ahLst/>
            <a:cxnLst/>
            <a:rect l="l" t="t" r="r" b="b"/>
            <a:pathLst>
              <a:path w="5822950" h="3422015">
                <a:moveTo>
                  <a:pt x="1967738" y="3244939"/>
                </a:moveTo>
                <a:lnTo>
                  <a:pt x="9144" y="3244939"/>
                </a:lnTo>
                <a:lnTo>
                  <a:pt x="9144" y="3422015"/>
                </a:lnTo>
                <a:lnTo>
                  <a:pt x="1967738" y="3422015"/>
                </a:lnTo>
                <a:lnTo>
                  <a:pt x="1967738" y="3244939"/>
                </a:lnTo>
                <a:close/>
              </a:path>
              <a:path w="5822950" h="3422015">
                <a:moveTo>
                  <a:pt x="1967738" y="810768"/>
                </a:moveTo>
                <a:lnTo>
                  <a:pt x="9144" y="810768"/>
                </a:lnTo>
                <a:lnTo>
                  <a:pt x="9144" y="987552"/>
                </a:lnTo>
                <a:lnTo>
                  <a:pt x="1967738" y="987552"/>
                </a:lnTo>
                <a:lnTo>
                  <a:pt x="1967738" y="810768"/>
                </a:lnTo>
                <a:close/>
              </a:path>
              <a:path w="5822950" h="3422015">
                <a:moveTo>
                  <a:pt x="1976882" y="3057398"/>
                </a:moveTo>
                <a:lnTo>
                  <a:pt x="0" y="3057398"/>
                </a:lnTo>
                <a:lnTo>
                  <a:pt x="0" y="3244850"/>
                </a:lnTo>
                <a:lnTo>
                  <a:pt x="1976882" y="3244850"/>
                </a:lnTo>
                <a:lnTo>
                  <a:pt x="1976882" y="3057398"/>
                </a:lnTo>
                <a:close/>
              </a:path>
              <a:path w="5822950" h="3422015">
                <a:moveTo>
                  <a:pt x="1976882" y="2652014"/>
                </a:moveTo>
                <a:lnTo>
                  <a:pt x="0" y="2652014"/>
                </a:lnTo>
                <a:lnTo>
                  <a:pt x="0" y="2839466"/>
                </a:lnTo>
                <a:lnTo>
                  <a:pt x="9144" y="2839466"/>
                </a:lnTo>
                <a:lnTo>
                  <a:pt x="9144" y="3016250"/>
                </a:lnTo>
                <a:lnTo>
                  <a:pt x="1967738" y="3016250"/>
                </a:lnTo>
                <a:lnTo>
                  <a:pt x="1967738" y="2839466"/>
                </a:lnTo>
                <a:lnTo>
                  <a:pt x="1976882" y="2839466"/>
                </a:lnTo>
                <a:lnTo>
                  <a:pt x="1976882" y="2652014"/>
                </a:lnTo>
                <a:close/>
              </a:path>
              <a:path w="5822950" h="3422015">
                <a:moveTo>
                  <a:pt x="1976882" y="2246630"/>
                </a:moveTo>
                <a:lnTo>
                  <a:pt x="0" y="2246630"/>
                </a:lnTo>
                <a:lnTo>
                  <a:pt x="0" y="2432558"/>
                </a:lnTo>
                <a:lnTo>
                  <a:pt x="9144" y="2432558"/>
                </a:lnTo>
                <a:lnTo>
                  <a:pt x="9144" y="2610866"/>
                </a:lnTo>
                <a:lnTo>
                  <a:pt x="1967738" y="2610866"/>
                </a:lnTo>
                <a:lnTo>
                  <a:pt x="1967738" y="2432558"/>
                </a:lnTo>
                <a:lnTo>
                  <a:pt x="1976882" y="2432558"/>
                </a:lnTo>
                <a:lnTo>
                  <a:pt x="1976882" y="2246630"/>
                </a:lnTo>
                <a:close/>
              </a:path>
              <a:path w="5822950" h="3422015">
                <a:moveTo>
                  <a:pt x="1976958" y="2027174"/>
                </a:moveTo>
                <a:lnTo>
                  <a:pt x="1976882" y="1841258"/>
                </a:lnTo>
                <a:lnTo>
                  <a:pt x="0" y="1841258"/>
                </a:lnTo>
                <a:lnTo>
                  <a:pt x="0" y="2027174"/>
                </a:lnTo>
                <a:lnTo>
                  <a:pt x="9144" y="2027174"/>
                </a:lnTo>
                <a:lnTo>
                  <a:pt x="9144" y="2205482"/>
                </a:lnTo>
                <a:lnTo>
                  <a:pt x="1967738" y="2205482"/>
                </a:lnTo>
                <a:lnTo>
                  <a:pt x="1967738" y="2027174"/>
                </a:lnTo>
                <a:lnTo>
                  <a:pt x="1967814" y="2205482"/>
                </a:lnTo>
                <a:lnTo>
                  <a:pt x="1976958" y="2205482"/>
                </a:lnTo>
                <a:lnTo>
                  <a:pt x="1976958" y="2027174"/>
                </a:lnTo>
                <a:close/>
              </a:path>
              <a:path w="5822950" h="3422015">
                <a:moveTo>
                  <a:pt x="1976958" y="1621790"/>
                </a:moveTo>
                <a:lnTo>
                  <a:pt x="1976882" y="1435862"/>
                </a:lnTo>
                <a:lnTo>
                  <a:pt x="0" y="1435862"/>
                </a:lnTo>
                <a:lnTo>
                  <a:pt x="0" y="1621790"/>
                </a:lnTo>
                <a:lnTo>
                  <a:pt x="9144" y="1621790"/>
                </a:lnTo>
                <a:lnTo>
                  <a:pt x="9144" y="1800098"/>
                </a:lnTo>
                <a:lnTo>
                  <a:pt x="1967738" y="1800098"/>
                </a:lnTo>
                <a:lnTo>
                  <a:pt x="1967738" y="1621790"/>
                </a:lnTo>
                <a:lnTo>
                  <a:pt x="1967814" y="1800098"/>
                </a:lnTo>
                <a:lnTo>
                  <a:pt x="1976958" y="1800098"/>
                </a:lnTo>
                <a:lnTo>
                  <a:pt x="1976958" y="1621790"/>
                </a:lnTo>
                <a:close/>
              </a:path>
              <a:path w="5822950" h="3422015">
                <a:moveTo>
                  <a:pt x="1976958" y="1216406"/>
                </a:moveTo>
                <a:lnTo>
                  <a:pt x="1976882" y="1030173"/>
                </a:lnTo>
                <a:lnTo>
                  <a:pt x="0" y="1030173"/>
                </a:lnTo>
                <a:lnTo>
                  <a:pt x="0" y="1216406"/>
                </a:lnTo>
                <a:lnTo>
                  <a:pt x="9144" y="1216406"/>
                </a:lnTo>
                <a:lnTo>
                  <a:pt x="9144" y="1394714"/>
                </a:lnTo>
                <a:lnTo>
                  <a:pt x="1967738" y="1394714"/>
                </a:lnTo>
                <a:lnTo>
                  <a:pt x="1967738" y="1216406"/>
                </a:lnTo>
                <a:lnTo>
                  <a:pt x="1967814" y="1394714"/>
                </a:lnTo>
                <a:lnTo>
                  <a:pt x="1976958" y="1394714"/>
                </a:lnTo>
                <a:lnTo>
                  <a:pt x="1976958" y="1216406"/>
                </a:lnTo>
                <a:close/>
              </a:path>
              <a:path w="5822950" h="3422015">
                <a:moveTo>
                  <a:pt x="1976958" y="810768"/>
                </a:moveTo>
                <a:lnTo>
                  <a:pt x="1967814" y="810768"/>
                </a:lnTo>
                <a:lnTo>
                  <a:pt x="1967814" y="987552"/>
                </a:lnTo>
                <a:lnTo>
                  <a:pt x="1976958" y="987552"/>
                </a:lnTo>
                <a:lnTo>
                  <a:pt x="1976958" y="810768"/>
                </a:lnTo>
                <a:close/>
              </a:path>
              <a:path w="5822950" h="3422015">
                <a:moveTo>
                  <a:pt x="1989150" y="2246630"/>
                </a:moveTo>
                <a:lnTo>
                  <a:pt x="1980006" y="2246630"/>
                </a:lnTo>
                <a:lnTo>
                  <a:pt x="1980006" y="2620010"/>
                </a:lnTo>
                <a:lnTo>
                  <a:pt x="1989150" y="2620010"/>
                </a:lnTo>
                <a:lnTo>
                  <a:pt x="1989150" y="2246630"/>
                </a:lnTo>
                <a:close/>
              </a:path>
              <a:path w="5822950" h="3422015">
                <a:moveTo>
                  <a:pt x="1989150" y="1030173"/>
                </a:moveTo>
                <a:lnTo>
                  <a:pt x="1980006" y="1030173"/>
                </a:lnTo>
                <a:lnTo>
                  <a:pt x="1980006" y="1402334"/>
                </a:lnTo>
                <a:lnTo>
                  <a:pt x="1989150" y="1402334"/>
                </a:lnTo>
                <a:lnTo>
                  <a:pt x="1989150" y="1030173"/>
                </a:lnTo>
                <a:close/>
              </a:path>
              <a:path w="5822950" h="3422015">
                <a:moveTo>
                  <a:pt x="1999818" y="1841258"/>
                </a:moveTo>
                <a:lnTo>
                  <a:pt x="1989150" y="1841258"/>
                </a:lnTo>
                <a:lnTo>
                  <a:pt x="1980006" y="1841258"/>
                </a:lnTo>
                <a:lnTo>
                  <a:pt x="1980006" y="2213102"/>
                </a:lnTo>
                <a:lnTo>
                  <a:pt x="1989150" y="2213102"/>
                </a:lnTo>
                <a:lnTo>
                  <a:pt x="1999818" y="2213102"/>
                </a:lnTo>
                <a:lnTo>
                  <a:pt x="1999818" y="1841258"/>
                </a:lnTo>
                <a:close/>
              </a:path>
              <a:path w="5822950" h="3422015">
                <a:moveTo>
                  <a:pt x="1999818" y="1435862"/>
                </a:moveTo>
                <a:lnTo>
                  <a:pt x="1989150" y="1435862"/>
                </a:lnTo>
                <a:lnTo>
                  <a:pt x="1980006" y="1435862"/>
                </a:lnTo>
                <a:lnTo>
                  <a:pt x="1980006" y="1807718"/>
                </a:lnTo>
                <a:lnTo>
                  <a:pt x="1989150" y="1807718"/>
                </a:lnTo>
                <a:lnTo>
                  <a:pt x="1999818" y="1807718"/>
                </a:lnTo>
                <a:lnTo>
                  <a:pt x="1999818" y="1435862"/>
                </a:lnTo>
                <a:close/>
              </a:path>
              <a:path w="5822950" h="3422015">
                <a:moveTo>
                  <a:pt x="2824302" y="1841258"/>
                </a:moveTo>
                <a:lnTo>
                  <a:pt x="2008962" y="1841258"/>
                </a:lnTo>
                <a:lnTo>
                  <a:pt x="2008962" y="2027174"/>
                </a:lnTo>
                <a:lnTo>
                  <a:pt x="2008962" y="2205482"/>
                </a:lnTo>
                <a:lnTo>
                  <a:pt x="2018106" y="2205482"/>
                </a:lnTo>
                <a:lnTo>
                  <a:pt x="2815158" y="2205482"/>
                </a:lnTo>
                <a:lnTo>
                  <a:pt x="2815158" y="2027174"/>
                </a:lnTo>
                <a:lnTo>
                  <a:pt x="2824302" y="2027174"/>
                </a:lnTo>
                <a:lnTo>
                  <a:pt x="2824302" y="1841258"/>
                </a:lnTo>
                <a:close/>
              </a:path>
              <a:path w="5822950" h="3422015">
                <a:moveTo>
                  <a:pt x="2824302" y="1435862"/>
                </a:moveTo>
                <a:lnTo>
                  <a:pt x="2008962" y="1435862"/>
                </a:lnTo>
                <a:lnTo>
                  <a:pt x="2008962" y="1621790"/>
                </a:lnTo>
                <a:lnTo>
                  <a:pt x="2008962" y="1800098"/>
                </a:lnTo>
                <a:lnTo>
                  <a:pt x="2018106" y="1800098"/>
                </a:lnTo>
                <a:lnTo>
                  <a:pt x="2815158" y="1800098"/>
                </a:lnTo>
                <a:lnTo>
                  <a:pt x="2815158" y="1621790"/>
                </a:lnTo>
                <a:lnTo>
                  <a:pt x="2824302" y="1621790"/>
                </a:lnTo>
                <a:lnTo>
                  <a:pt x="2824302" y="1435862"/>
                </a:lnTo>
                <a:close/>
              </a:path>
              <a:path w="5822950" h="3422015">
                <a:moveTo>
                  <a:pt x="2824302" y="1030173"/>
                </a:moveTo>
                <a:lnTo>
                  <a:pt x="2008962" y="1030173"/>
                </a:lnTo>
                <a:lnTo>
                  <a:pt x="2008962" y="1216406"/>
                </a:lnTo>
                <a:lnTo>
                  <a:pt x="2008962" y="1394714"/>
                </a:lnTo>
                <a:lnTo>
                  <a:pt x="2018106" y="1394714"/>
                </a:lnTo>
                <a:lnTo>
                  <a:pt x="2815158" y="1394714"/>
                </a:lnTo>
                <a:lnTo>
                  <a:pt x="2824289" y="1394714"/>
                </a:lnTo>
                <a:lnTo>
                  <a:pt x="2824289" y="1216406"/>
                </a:lnTo>
                <a:lnTo>
                  <a:pt x="2824302" y="1030173"/>
                </a:lnTo>
                <a:close/>
              </a:path>
              <a:path w="5822950" h="3422015">
                <a:moveTo>
                  <a:pt x="2824302" y="219456"/>
                </a:moveTo>
                <a:lnTo>
                  <a:pt x="2008962" y="219456"/>
                </a:lnTo>
                <a:lnTo>
                  <a:pt x="2008962" y="405384"/>
                </a:lnTo>
                <a:lnTo>
                  <a:pt x="2008962" y="582168"/>
                </a:lnTo>
                <a:lnTo>
                  <a:pt x="2018106" y="582168"/>
                </a:lnTo>
                <a:lnTo>
                  <a:pt x="2815158" y="582168"/>
                </a:lnTo>
                <a:lnTo>
                  <a:pt x="2824289" y="582168"/>
                </a:lnTo>
                <a:lnTo>
                  <a:pt x="2824289" y="405384"/>
                </a:lnTo>
                <a:lnTo>
                  <a:pt x="2824302" y="219456"/>
                </a:lnTo>
                <a:close/>
              </a:path>
              <a:path w="5822950" h="3422015">
                <a:moveTo>
                  <a:pt x="2848673" y="1030173"/>
                </a:moveTo>
                <a:lnTo>
                  <a:pt x="2838018" y="1030173"/>
                </a:lnTo>
                <a:lnTo>
                  <a:pt x="2827350" y="1030173"/>
                </a:lnTo>
                <a:lnTo>
                  <a:pt x="2827350" y="1402334"/>
                </a:lnTo>
                <a:lnTo>
                  <a:pt x="2838018" y="1402334"/>
                </a:lnTo>
                <a:lnTo>
                  <a:pt x="2848673" y="1402334"/>
                </a:lnTo>
                <a:lnTo>
                  <a:pt x="2848673" y="1030173"/>
                </a:lnTo>
                <a:close/>
              </a:path>
              <a:path w="5822950" h="3422015">
                <a:moveTo>
                  <a:pt x="2848673" y="219456"/>
                </a:moveTo>
                <a:lnTo>
                  <a:pt x="2838018" y="219456"/>
                </a:lnTo>
                <a:lnTo>
                  <a:pt x="2827350" y="219456"/>
                </a:lnTo>
                <a:lnTo>
                  <a:pt x="2827350" y="591312"/>
                </a:lnTo>
                <a:lnTo>
                  <a:pt x="2838018" y="591312"/>
                </a:lnTo>
                <a:lnTo>
                  <a:pt x="2848673" y="591312"/>
                </a:lnTo>
                <a:lnTo>
                  <a:pt x="2848673" y="219456"/>
                </a:lnTo>
                <a:close/>
              </a:path>
              <a:path w="5822950" h="3422015">
                <a:moveTo>
                  <a:pt x="2866961" y="633996"/>
                </a:moveTo>
                <a:lnTo>
                  <a:pt x="2856306" y="633996"/>
                </a:lnTo>
                <a:lnTo>
                  <a:pt x="2856306" y="987552"/>
                </a:lnTo>
                <a:lnTo>
                  <a:pt x="2866961" y="987552"/>
                </a:lnTo>
                <a:lnTo>
                  <a:pt x="2866961" y="633996"/>
                </a:lnTo>
                <a:close/>
              </a:path>
              <a:path w="5822950" h="3422015">
                <a:moveTo>
                  <a:pt x="2866961" y="228600"/>
                </a:moveTo>
                <a:lnTo>
                  <a:pt x="2856306" y="228600"/>
                </a:lnTo>
                <a:lnTo>
                  <a:pt x="2856306" y="582168"/>
                </a:lnTo>
                <a:lnTo>
                  <a:pt x="2866961" y="582168"/>
                </a:lnTo>
                <a:lnTo>
                  <a:pt x="2866961" y="228600"/>
                </a:lnTo>
                <a:close/>
              </a:path>
              <a:path w="5822950" h="3422015">
                <a:moveTo>
                  <a:pt x="5822645" y="633984"/>
                </a:moveTo>
                <a:lnTo>
                  <a:pt x="2866974" y="633984"/>
                </a:lnTo>
                <a:lnTo>
                  <a:pt x="2866974" y="810768"/>
                </a:lnTo>
                <a:lnTo>
                  <a:pt x="2866974" y="987552"/>
                </a:lnTo>
                <a:lnTo>
                  <a:pt x="5822645" y="987552"/>
                </a:lnTo>
                <a:lnTo>
                  <a:pt x="5822645" y="810768"/>
                </a:lnTo>
                <a:lnTo>
                  <a:pt x="5822645" y="633984"/>
                </a:lnTo>
                <a:close/>
              </a:path>
              <a:path w="5822950" h="3422015">
                <a:moveTo>
                  <a:pt x="5822645" y="228600"/>
                </a:moveTo>
                <a:lnTo>
                  <a:pt x="2866974" y="228600"/>
                </a:lnTo>
                <a:lnTo>
                  <a:pt x="2866974" y="405384"/>
                </a:lnTo>
                <a:lnTo>
                  <a:pt x="2866974" y="582168"/>
                </a:lnTo>
                <a:lnTo>
                  <a:pt x="5822645" y="582168"/>
                </a:lnTo>
                <a:lnTo>
                  <a:pt x="5822645" y="405384"/>
                </a:lnTo>
                <a:lnTo>
                  <a:pt x="5822645" y="228600"/>
                </a:lnTo>
                <a:close/>
              </a:path>
              <a:path w="5822950" h="3422015">
                <a:moveTo>
                  <a:pt x="5822645" y="0"/>
                </a:moveTo>
                <a:lnTo>
                  <a:pt x="2866974" y="0"/>
                </a:lnTo>
                <a:lnTo>
                  <a:pt x="2866974" y="176784"/>
                </a:lnTo>
                <a:lnTo>
                  <a:pt x="5822645" y="176784"/>
                </a:lnTo>
                <a:lnTo>
                  <a:pt x="5822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85748" y="925829"/>
          <a:ext cx="5876290" cy="751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8505"/>
                <a:gridCol w="848359"/>
                <a:gridCol w="3006090"/>
              </a:tblGrid>
              <a:tr h="228091">
                <a:tc>
                  <a:txBody>
                    <a:bodyPr/>
                    <a:lstStyle/>
                    <a:p>
                      <a:pPr marL="5556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credit_monitoring_username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varchar(150)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Username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monitoring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services.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credit_monitoring_password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Password for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monitoring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services.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secret_key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varchar(150)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Secret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key associated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multipleAgreementIds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Multiple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agreement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IDs related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interestRetting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Interest rating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isClientAgreementSigned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398780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agreement</a:t>
                      </a:r>
                      <a:r>
                        <a:rPr dirty="0" sz="1050" spc="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signed.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076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client_agreement_signed_pdf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PDF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file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client's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signed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agreement.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client_isAdded_toSolr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 added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Solr.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79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customerUserName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varchar(140)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Username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customer.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79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ref_saleforce_id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Reference to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Salesforce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38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is_saleforce_updated_flag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377190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 of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Salesforce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record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updated.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idiq_process_status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IDIQ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process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related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lead_source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Source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lead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email_opt_out_in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793750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Option to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opt-out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or opt-in for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email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communication.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sms_opt_out_in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849630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Option to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opt-out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or opt-in for SMS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communication.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client_reference_id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Reference ID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85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is_viewed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 of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record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viewed.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fk_master_company_id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Foreign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key referencing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master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707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customer_type_when_added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customer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added.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payment_terms_setup_amount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Setup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amount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payment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terms.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599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payment_terms_monthly_amount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Monthly amount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payment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terms.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is_audit_deleted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11454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record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deleted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from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audit.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is_audit_report_hidden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 of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audit report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hidden.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client_billing_street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Street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address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billing.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client_billing_city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City 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 billing.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55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client_billing_state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billing.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client_billing_zip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ZIP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code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 client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billing.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837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client_subscription_plan_u_id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Subscription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plan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896416" y="2722117"/>
            <a:ext cx="5850255" cy="5231765"/>
            <a:chOff x="896416" y="2722117"/>
            <a:chExt cx="5850255" cy="5231765"/>
          </a:xfrm>
        </p:grpSpPr>
        <p:sp>
          <p:nvSpPr>
            <p:cNvPr id="4" name="object 4"/>
            <p:cNvSpPr/>
            <p:nvPr/>
          </p:nvSpPr>
          <p:spPr>
            <a:xfrm>
              <a:off x="2894711" y="2722130"/>
              <a:ext cx="3851910" cy="2560955"/>
            </a:xfrm>
            <a:custGeom>
              <a:avLst/>
              <a:gdLst/>
              <a:ahLst/>
              <a:cxnLst/>
              <a:rect l="l" t="t" r="r" b="b"/>
              <a:pathLst>
                <a:path w="3851909" h="2560954">
                  <a:moveTo>
                    <a:pt x="859523" y="2176640"/>
                  </a:moveTo>
                  <a:lnTo>
                    <a:pt x="848868" y="2176640"/>
                  </a:lnTo>
                  <a:lnTo>
                    <a:pt x="848868" y="2165972"/>
                  </a:lnTo>
                  <a:lnTo>
                    <a:pt x="0" y="2165972"/>
                  </a:lnTo>
                  <a:lnTo>
                    <a:pt x="0" y="2176640"/>
                  </a:lnTo>
                  <a:lnTo>
                    <a:pt x="838200" y="2176640"/>
                  </a:lnTo>
                  <a:lnTo>
                    <a:pt x="838200" y="2179688"/>
                  </a:lnTo>
                  <a:lnTo>
                    <a:pt x="838200" y="2188832"/>
                  </a:lnTo>
                  <a:lnTo>
                    <a:pt x="838200" y="2542400"/>
                  </a:lnTo>
                  <a:lnTo>
                    <a:pt x="835139" y="2542400"/>
                  </a:lnTo>
                  <a:lnTo>
                    <a:pt x="835139" y="2365616"/>
                  </a:lnTo>
                  <a:lnTo>
                    <a:pt x="835152" y="2188832"/>
                  </a:lnTo>
                  <a:lnTo>
                    <a:pt x="838200" y="2188832"/>
                  </a:lnTo>
                  <a:lnTo>
                    <a:pt x="838200" y="2179701"/>
                  </a:lnTo>
                  <a:lnTo>
                    <a:pt x="835152" y="2179701"/>
                  </a:lnTo>
                  <a:lnTo>
                    <a:pt x="19812" y="2179688"/>
                  </a:lnTo>
                  <a:lnTo>
                    <a:pt x="10668" y="2179701"/>
                  </a:lnTo>
                  <a:lnTo>
                    <a:pt x="10668" y="2188832"/>
                  </a:lnTo>
                  <a:lnTo>
                    <a:pt x="19812" y="2188832"/>
                  </a:lnTo>
                  <a:lnTo>
                    <a:pt x="19812" y="2365616"/>
                  </a:lnTo>
                  <a:lnTo>
                    <a:pt x="19812" y="2542400"/>
                  </a:lnTo>
                  <a:lnTo>
                    <a:pt x="10668" y="2542400"/>
                  </a:lnTo>
                  <a:lnTo>
                    <a:pt x="10668" y="2551544"/>
                  </a:lnTo>
                  <a:lnTo>
                    <a:pt x="19812" y="2551544"/>
                  </a:lnTo>
                  <a:lnTo>
                    <a:pt x="19812" y="2553068"/>
                  </a:lnTo>
                  <a:lnTo>
                    <a:pt x="835152" y="2553068"/>
                  </a:lnTo>
                  <a:lnTo>
                    <a:pt x="835152" y="2551544"/>
                  </a:lnTo>
                  <a:lnTo>
                    <a:pt x="838200" y="2551544"/>
                  </a:lnTo>
                  <a:lnTo>
                    <a:pt x="838200" y="2560688"/>
                  </a:lnTo>
                  <a:lnTo>
                    <a:pt x="848868" y="2560688"/>
                  </a:lnTo>
                  <a:lnTo>
                    <a:pt x="859523" y="2560688"/>
                  </a:lnTo>
                  <a:lnTo>
                    <a:pt x="859523" y="2551544"/>
                  </a:lnTo>
                  <a:lnTo>
                    <a:pt x="859523" y="2179688"/>
                  </a:lnTo>
                  <a:lnTo>
                    <a:pt x="859523" y="2176640"/>
                  </a:lnTo>
                  <a:close/>
                </a:path>
                <a:path w="3851909" h="2560954">
                  <a:moveTo>
                    <a:pt x="859523" y="1774304"/>
                  </a:moveTo>
                  <a:lnTo>
                    <a:pt x="848868" y="1774304"/>
                  </a:lnTo>
                  <a:lnTo>
                    <a:pt x="838200" y="1774304"/>
                  </a:lnTo>
                  <a:lnTo>
                    <a:pt x="838200" y="2137016"/>
                  </a:lnTo>
                  <a:lnTo>
                    <a:pt x="835139" y="2137016"/>
                  </a:lnTo>
                  <a:lnTo>
                    <a:pt x="835139" y="1960232"/>
                  </a:lnTo>
                  <a:lnTo>
                    <a:pt x="826008" y="1960232"/>
                  </a:lnTo>
                  <a:lnTo>
                    <a:pt x="28956" y="1960232"/>
                  </a:lnTo>
                  <a:lnTo>
                    <a:pt x="28956" y="2137016"/>
                  </a:lnTo>
                  <a:lnTo>
                    <a:pt x="10668" y="2137016"/>
                  </a:lnTo>
                  <a:lnTo>
                    <a:pt x="10668" y="2146160"/>
                  </a:lnTo>
                  <a:lnTo>
                    <a:pt x="19812" y="2146160"/>
                  </a:lnTo>
                  <a:lnTo>
                    <a:pt x="19812" y="2147684"/>
                  </a:lnTo>
                  <a:lnTo>
                    <a:pt x="835152" y="2147684"/>
                  </a:lnTo>
                  <a:lnTo>
                    <a:pt x="835152" y="2146160"/>
                  </a:lnTo>
                  <a:lnTo>
                    <a:pt x="838200" y="2146160"/>
                  </a:lnTo>
                  <a:lnTo>
                    <a:pt x="838200" y="2155304"/>
                  </a:lnTo>
                  <a:lnTo>
                    <a:pt x="848868" y="2155304"/>
                  </a:lnTo>
                  <a:lnTo>
                    <a:pt x="859523" y="2155304"/>
                  </a:lnTo>
                  <a:lnTo>
                    <a:pt x="859523" y="2146160"/>
                  </a:lnTo>
                  <a:lnTo>
                    <a:pt x="859523" y="1774304"/>
                  </a:lnTo>
                  <a:close/>
                </a:path>
                <a:path w="3851909" h="2560954">
                  <a:moveTo>
                    <a:pt x="3851783" y="2179701"/>
                  </a:moveTo>
                  <a:lnTo>
                    <a:pt x="3842639" y="2179701"/>
                  </a:lnTo>
                  <a:lnTo>
                    <a:pt x="867156" y="2179701"/>
                  </a:lnTo>
                  <a:lnTo>
                    <a:pt x="859536" y="2179701"/>
                  </a:lnTo>
                  <a:lnTo>
                    <a:pt x="859536" y="2188832"/>
                  </a:lnTo>
                  <a:lnTo>
                    <a:pt x="867156" y="2188832"/>
                  </a:lnTo>
                  <a:lnTo>
                    <a:pt x="877824" y="2188832"/>
                  </a:lnTo>
                  <a:lnTo>
                    <a:pt x="877824" y="2365616"/>
                  </a:lnTo>
                  <a:lnTo>
                    <a:pt x="877824" y="2542400"/>
                  </a:lnTo>
                  <a:lnTo>
                    <a:pt x="877811" y="2188845"/>
                  </a:lnTo>
                  <a:lnTo>
                    <a:pt x="867156" y="2188845"/>
                  </a:lnTo>
                  <a:lnTo>
                    <a:pt x="867156" y="2542400"/>
                  </a:lnTo>
                  <a:lnTo>
                    <a:pt x="859536" y="2542400"/>
                  </a:lnTo>
                  <a:lnTo>
                    <a:pt x="859536" y="2551544"/>
                  </a:lnTo>
                  <a:lnTo>
                    <a:pt x="867156" y="2551544"/>
                  </a:lnTo>
                  <a:lnTo>
                    <a:pt x="867156" y="2553068"/>
                  </a:lnTo>
                  <a:lnTo>
                    <a:pt x="3842639" y="2553068"/>
                  </a:lnTo>
                  <a:lnTo>
                    <a:pt x="3842639" y="2551544"/>
                  </a:lnTo>
                  <a:lnTo>
                    <a:pt x="3851783" y="2551544"/>
                  </a:lnTo>
                  <a:lnTo>
                    <a:pt x="3851783" y="2542400"/>
                  </a:lnTo>
                  <a:lnTo>
                    <a:pt x="3833495" y="2542400"/>
                  </a:lnTo>
                  <a:lnTo>
                    <a:pt x="3833495" y="2365616"/>
                  </a:lnTo>
                  <a:lnTo>
                    <a:pt x="3833495" y="2188832"/>
                  </a:lnTo>
                  <a:lnTo>
                    <a:pt x="3842639" y="2188832"/>
                  </a:lnTo>
                  <a:lnTo>
                    <a:pt x="3851783" y="2188832"/>
                  </a:lnTo>
                  <a:lnTo>
                    <a:pt x="3851783" y="2179701"/>
                  </a:lnTo>
                  <a:close/>
                </a:path>
                <a:path w="3851909" h="2560954">
                  <a:moveTo>
                    <a:pt x="3851783" y="1774304"/>
                  </a:moveTo>
                  <a:lnTo>
                    <a:pt x="3842639" y="1774304"/>
                  </a:lnTo>
                  <a:lnTo>
                    <a:pt x="877824" y="1774304"/>
                  </a:lnTo>
                  <a:lnTo>
                    <a:pt x="877824" y="1783448"/>
                  </a:lnTo>
                  <a:lnTo>
                    <a:pt x="877824" y="1960232"/>
                  </a:lnTo>
                  <a:lnTo>
                    <a:pt x="877824" y="2137016"/>
                  </a:lnTo>
                  <a:lnTo>
                    <a:pt x="877811" y="1783448"/>
                  </a:lnTo>
                  <a:lnTo>
                    <a:pt x="877824" y="1774304"/>
                  </a:lnTo>
                  <a:lnTo>
                    <a:pt x="867156" y="1774304"/>
                  </a:lnTo>
                  <a:lnTo>
                    <a:pt x="859536" y="1774304"/>
                  </a:lnTo>
                  <a:lnTo>
                    <a:pt x="859536" y="1783448"/>
                  </a:lnTo>
                  <a:lnTo>
                    <a:pt x="867156" y="1783448"/>
                  </a:lnTo>
                  <a:lnTo>
                    <a:pt x="867156" y="2137016"/>
                  </a:lnTo>
                  <a:lnTo>
                    <a:pt x="859536" y="2137016"/>
                  </a:lnTo>
                  <a:lnTo>
                    <a:pt x="859536" y="2146160"/>
                  </a:lnTo>
                  <a:lnTo>
                    <a:pt x="867156" y="2146160"/>
                  </a:lnTo>
                  <a:lnTo>
                    <a:pt x="867156" y="2147684"/>
                  </a:lnTo>
                  <a:lnTo>
                    <a:pt x="3842639" y="2147684"/>
                  </a:lnTo>
                  <a:lnTo>
                    <a:pt x="3842639" y="2146160"/>
                  </a:lnTo>
                  <a:lnTo>
                    <a:pt x="3851783" y="2146160"/>
                  </a:lnTo>
                  <a:lnTo>
                    <a:pt x="3851783" y="2137016"/>
                  </a:lnTo>
                  <a:lnTo>
                    <a:pt x="3833495" y="2137016"/>
                  </a:lnTo>
                  <a:lnTo>
                    <a:pt x="3833495" y="1960232"/>
                  </a:lnTo>
                  <a:lnTo>
                    <a:pt x="3833495" y="1783448"/>
                  </a:lnTo>
                  <a:lnTo>
                    <a:pt x="3842639" y="1783448"/>
                  </a:lnTo>
                  <a:lnTo>
                    <a:pt x="3851783" y="1783448"/>
                  </a:lnTo>
                  <a:lnTo>
                    <a:pt x="3851783" y="1774304"/>
                  </a:lnTo>
                  <a:close/>
                </a:path>
                <a:path w="3851909" h="2560954">
                  <a:moveTo>
                    <a:pt x="3851783" y="1547228"/>
                  </a:moveTo>
                  <a:lnTo>
                    <a:pt x="3842639" y="1547228"/>
                  </a:lnTo>
                  <a:lnTo>
                    <a:pt x="3842639" y="1545704"/>
                  </a:lnTo>
                  <a:lnTo>
                    <a:pt x="867156" y="1545704"/>
                  </a:lnTo>
                  <a:lnTo>
                    <a:pt x="867156" y="1547228"/>
                  </a:lnTo>
                  <a:lnTo>
                    <a:pt x="859536" y="1547228"/>
                  </a:lnTo>
                  <a:lnTo>
                    <a:pt x="859536" y="1556372"/>
                  </a:lnTo>
                  <a:lnTo>
                    <a:pt x="877824" y="1556372"/>
                  </a:lnTo>
                  <a:lnTo>
                    <a:pt x="877824" y="1731632"/>
                  </a:lnTo>
                  <a:lnTo>
                    <a:pt x="859536" y="1731632"/>
                  </a:lnTo>
                  <a:lnTo>
                    <a:pt x="859536" y="1740776"/>
                  </a:lnTo>
                  <a:lnTo>
                    <a:pt x="867156" y="1740776"/>
                  </a:lnTo>
                  <a:lnTo>
                    <a:pt x="867156" y="1742300"/>
                  </a:lnTo>
                  <a:lnTo>
                    <a:pt x="3842639" y="1742300"/>
                  </a:lnTo>
                  <a:lnTo>
                    <a:pt x="3842639" y="1740776"/>
                  </a:lnTo>
                  <a:lnTo>
                    <a:pt x="3851783" y="1740776"/>
                  </a:lnTo>
                  <a:lnTo>
                    <a:pt x="3851783" y="1731632"/>
                  </a:lnTo>
                  <a:lnTo>
                    <a:pt x="3833495" y="1731632"/>
                  </a:lnTo>
                  <a:lnTo>
                    <a:pt x="3833495" y="1556372"/>
                  </a:lnTo>
                  <a:lnTo>
                    <a:pt x="3851783" y="1556372"/>
                  </a:lnTo>
                  <a:lnTo>
                    <a:pt x="3851783" y="1547228"/>
                  </a:lnTo>
                  <a:close/>
                </a:path>
                <a:path w="3851909" h="2560954">
                  <a:moveTo>
                    <a:pt x="3851783" y="1318628"/>
                  </a:moveTo>
                  <a:lnTo>
                    <a:pt x="3842639" y="1318628"/>
                  </a:lnTo>
                  <a:lnTo>
                    <a:pt x="3842639" y="1317104"/>
                  </a:lnTo>
                  <a:lnTo>
                    <a:pt x="867156" y="1317104"/>
                  </a:lnTo>
                  <a:lnTo>
                    <a:pt x="867156" y="1318628"/>
                  </a:lnTo>
                  <a:lnTo>
                    <a:pt x="859536" y="1318628"/>
                  </a:lnTo>
                  <a:lnTo>
                    <a:pt x="859536" y="1327772"/>
                  </a:lnTo>
                  <a:lnTo>
                    <a:pt x="877824" y="1327772"/>
                  </a:lnTo>
                  <a:lnTo>
                    <a:pt x="877824" y="1504556"/>
                  </a:lnTo>
                  <a:lnTo>
                    <a:pt x="867156" y="1504556"/>
                  </a:lnTo>
                  <a:lnTo>
                    <a:pt x="859536" y="1504556"/>
                  </a:lnTo>
                  <a:lnTo>
                    <a:pt x="859536" y="1513700"/>
                  </a:lnTo>
                  <a:lnTo>
                    <a:pt x="867156" y="1513700"/>
                  </a:lnTo>
                  <a:lnTo>
                    <a:pt x="3842639" y="1513700"/>
                  </a:lnTo>
                  <a:lnTo>
                    <a:pt x="3851783" y="1513700"/>
                  </a:lnTo>
                  <a:lnTo>
                    <a:pt x="3851783" y="1504556"/>
                  </a:lnTo>
                  <a:lnTo>
                    <a:pt x="3842639" y="1504556"/>
                  </a:lnTo>
                  <a:lnTo>
                    <a:pt x="3833495" y="1504556"/>
                  </a:lnTo>
                  <a:lnTo>
                    <a:pt x="3833495" y="1327772"/>
                  </a:lnTo>
                  <a:lnTo>
                    <a:pt x="3851783" y="1327772"/>
                  </a:lnTo>
                  <a:lnTo>
                    <a:pt x="3851783" y="1318628"/>
                  </a:lnTo>
                  <a:close/>
                </a:path>
                <a:path w="3851909" h="2560954">
                  <a:moveTo>
                    <a:pt x="3851783" y="913244"/>
                  </a:moveTo>
                  <a:lnTo>
                    <a:pt x="3842639" y="913244"/>
                  </a:lnTo>
                  <a:lnTo>
                    <a:pt x="3842639" y="911720"/>
                  </a:lnTo>
                  <a:lnTo>
                    <a:pt x="867156" y="911720"/>
                  </a:lnTo>
                  <a:lnTo>
                    <a:pt x="867156" y="913244"/>
                  </a:lnTo>
                  <a:lnTo>
                    <a:pt x="859536" y="913244"/>
                  </a:lnTo>
                  <a:lnTo>
                    <a:pt x="859536" y="922388"/>
                  </a:lnTo>
                  <a:lnTo>
                    <a:pt x="877824" y="922388"/>
                  </a:lnTo>
                  <a:lnTo>
                    <a:pt x="877824" y="1099172"/>
                  </a:lnTo>
                  <a:lnTo>
                    <a:pt x="877824" y="1275956"/>
                  </a:lnTo>
                  <a:lnTo>
                    <a:pt x="867156" y="1275956"/>
                  </a:lnTo>
                  <a:lnTo>
                    <a:pt x="859536" y="1275956"/>
                  </a:lnTo>
                  <a:lnTo>
                    <a:pt x="859536" y="1285100"/>
                  </a:lnTo>
                  <a:lnTo>
                    <a:pt x="867156" y="1285100"/>
                  </a:lnTo>
                  <a:lnTo>
                    <a:pt x="3842639" y="1285100"/>
                  </a:lnTo>
                  <a:lnTo>
                    <a:pt x="3851783" y="1285100"/>
                  </a:lnTo>
                  <a:lnTo>
                    <a:pt x="3851783" y="1275956"/>
                  </a:lnTo>
                  <a:lnTo>
                    <a:pt x="3842639" y="1275956"/>
                  </a:lnTo>
                  <a:lnTo>
                    <a:pt x="3833495" y="1275956"/>
                  </a:lnTo>
                  <a:lnTo>
                    <a:pt x="3833495" y="1099172"/>
                  </a:lnTo>
                  <a:lnTo>
                    <a:pt x="3833495" y="922388"/>
                  </a:lnTo>
                  <a:lnTo>
                    <a:pt x="3851783" y="922388"/>
                  </a:lnTo>
                  <a:lnTo>
                    <a:pt x="3851783" y="913244"/>
                  </a:lnTo>
                  <a:close/>
                </a:path>
                <a:path w="3851909" h="2560954">
                  <a:moveTo>
                    <a:pt x="3851783" y="870572"/>
                  </a:moveTo>
                  <a:lnTo>
                    <a:pt x="3842639" y="870572"/>
                  </a:lnTo>
                  <a:lnTo>
                    <a:pt x="3833495" y="870572"/>
                  </a:lnTo>
                  <a:lnTo>
                    <a:pt x="3833495" y="693801"/>
                  </a:lnTo>
                  <a:lnTo>
                    <a:pt x="877824" y="693801"/>
                  </a:lnTo>
                  <a:lnTo>
                    <a:pt x="877824" y="870572"/>
                  </a:lnTo>
                  <a:lnTo>
                    <a:pt x="867156" y="870572"/>
                  </a:lnTo>
                  <a:lnTo>
                    <a:pt x="859536" y="870572"/>
                  </a:lnTo>
                  <a:lnTo>
                    <a:pt x="859536" y="879716"/>
                  </a:lnTo>
                  <a:lnTo>
                    <a:pt x="867156" y="879716"/>
                  </a:lnTo>
                  <a:lnTo>
                    <a:pt x="3842639" y="879716"/>
                  </a:lnTo>
                  <a:lnTo>
                    <a:pt x="3851783" y="879716"/>
                  </a:lnTo>
                  <a:lnTo>
                    <a:pt x="3851783" y="870572"/>
                  </a:lnTo>
                  <a:close/>
                </a:path>
                <a:path w="3851909" h="2560954">
                  <a:moveTo>
                    <a:pt x="3851783" y="684644"/>
                  </a:moveTo>
                  <a:lnTo>
                    <a:pt x="3842639" y="684644"/>
                  </a:lnTo>
                  <a:lnTo>
                    <a:pt x="867156" y="684644"/>
                  </a:lnTo>
                  <a:lnTo>
                    <a:pt x="859536" y="684644"/>
                  </a:lnTo>
                  <a:lnTo>
                    <a:pt x="859536" y="693788"/>
                  </a:lnTo>
                  <a:lnTo>
                    <a:pt x="867156" y="693788"/>
                  </a:lnTo>
                  <a:lnTo>
                    <a:pt x="3842639" y="693788"/>
                  </a:lnTo>
                  <a:lnTo>
                    <a:pt x="3851783" y="693788"/>
                  </a:lnTo>
                  <a:lnTo>
                    <a:pt x="3851783" y="684644"/>
                  </a:lnTo>
                  <a:close/>
                </a:path>
                <a:path w="3851909" h="2560954">
                  <a:moveTo>
                    <a:pt x="3851783" y="641591"/>
                  </a:moveTo>
                  <a:lnTo>
                    <a:pt x="3842639" y="641591"/>
                  </a:lnTo>
                  <a:lnTo>
                    <a:pt x="3833495" y="641591"/>
                  </a:lnTo>
                  <a:lnTo>
                    <a:pt x="3833495" y="464820"/>
                  </a:lnTo>
                  <a:lnTo>
                    <a:pt x="877824" y="464820"/>
                  </a:lnTo>
                  <a:lnTo>
                    <a:pt x="877824" y="641591"/>
                  </a:lnTo>
                  <a:lnTo>
                    <a:pt x="867156" y="641591"/>
                  </a:lnTo>
                  <a:lnTo>
                    <a:pt x="859536" y="641591"/>
                  </a:lnTo>
                  <a:lnTo>
                    <a:pt x="859536" y="650735"/>
                  </a:lnTo>
                  <a:lnTo>
                    <a:pt x="867156" y="650735"/>
                  </a:lnTo>
                  <a:lnTo>
                    <a:pt x="3842639" y="650735"/>
                  </a:lnTo>
                  <a:lnTo>
                    <a:pt x="3851783" y="650735"/>
                  </a:lnTo>
                  <a:lnTo>
                    <a:pt x="3851783" y="641591"/>
                  </a:lnTo>
                  <a:close/>
                </a:path>
                <a:path w="3851909" h="2560954">
                  <a:moveTo>
                    <a:pt x="3851783" y="455663"/>
                  </a:moveTo>
                  <a:lnTo>
                    <a:pt x="3842639" y="455663"/>
                  </a:lnTo>
                  <a:lnTo>
                    <a:pt x="867156" y="455663"/>
                  </a:lnTo>
                  <a:lnTo>
                    <a:pt x="859536" y="455663"/>
                  </a:lnTo>
                  <a:lnTo>
                    <a:pt x="859536" y="464807"/>
                  </a:lnTo>
                  <a:lnTo>
                    <a:pt x="867156" y="464807"/>
                  </a:lnTo>
                  <a:lnTo>
                    <a:pt x="3842639" y="464807"/>
                  </a:lnTo>
                  <a:lnTo>
                    <a:pt x="3851783" y="464807"/>
                  </a:lnTo>
                  <a:lnTo>
                    <a:pt x="3851783" y="455663"/>
                  </a:lnTo>
                  <a:close/>
                </a:path>
                <a:path w="3851909" h="2560954">
                  <a:moveTo>
                    <a:pt x="3851783" y="228600"/>
                  </a:moveTo>
                  <a:lnTo>
                    <a:pt x="3842639" y="228600"/>
                  </a:lnTo>
                  <a:lnTo>
                    <a:pt x="3842639" y="227063"/>
                  </a:lnTo>
                  <a:lnTo>
                    <a:pt x="867156" y="227063"/>
                  </a:lnTo>
                  <a:lnTo>
                    <a:pt x="867156" y="228600"/>
                  </a:lnTo>
                  <a:lnTo>
                    <a:pt x="859536" y="228600"/>
                  </a:lnTo>
                  <a:lnTo>
                    <a:pt x="859536" y="237731"/>
                  </a:lnTo>
                  <a:lnTo>
                    <a:pt x="877824" y="237731"/>
                  </a:lnTo>
                  <a:lnTo>
                    <a:pt x="877824" y="412991"/>
                  </a:lnTo>
                  <a:lnTo>
                    <a:pt x="859536" y="412991"/>
                  </a:lnTo>
                  <a:lnTo>
                    <a:pt x="859536" y="422135"/>
                  </a:lnTo>
                  <a:lnTo>
                    <a:pt x="867156" y="422135"/>
                  </a:lnTo>
                  <a:lnTo>
                    <a:pt x="867156" y="423659"/>
                  </a:lnTo>
                  <a:lnTo>
                    <a:pt x="3842639" y="423659"/>
                  </a:lnTo>
                  <a:lnTo>
                    <a:pt x="3842639" y="422135"/>
                  </a:lnTo>
                  <a:lnTo>
                    <a:pt x="3851783" y="422135"/>
                  </a:lnTo>
                  <a:lnTo>
                    <a:pt x="3851783" y="412991"/>
                  </a:lnTo>
                  <a:lnTo>
                    <a:pt x="3833495" y="412991"/>
                  </a:lnTo>
                  <a:lnTo>
                    <a:pt x="3833495" y="237731"/>
                  </a:lnTo>
                  <a:lnTo>
                    <a:pt x="3851783" y="237731"/>
                  </a:lnTo>
                  <a:lnTo>
                    <a:pt x="3851783" y="228600"/>
                  </a:lnTo>
                  <a:close/>
                </a:path>
                <a:path w="3851909" h="2560954">
                  <a:moveTo>
                    <a:pt x="3851783" y="185928"/>
                  </a:moveTo>
                  <a:lnTo>
                    <a:pt x="3842639" y="185928"/>
                  </a:lnTo>
                  <a:lnTo>
                    <a:pt x="867156" y="185928"/>
                  </a:lnTo>
                  <a:lnTo>
                    <a:pt x="859536" y="185928"/>
                  </a:lnTo>
                  <a:lnTo>
                    <a:pt x="859536" y="195059"/>
                  </a:lnTo>
                  <a:lnTo>
                    <a:pt x="867156" y="195059"/>
                  </a:lnTo>
                  <a:lnTo>
                    <a:pt x="3842639" y="195059"/>
                  </a:lnTo>
                  <a:lnTo>
                    <a:pt x="3851783" y="195059"/>
                  </a:lnTo>
                  <a:lnTo>
                    <a:pt x="3851783" y="185928"/>
                  </a:lnTo>
                  <a:close/>
                </a:path>
                <a:path w="3851909" h="2560954">
                  <a:moveTo>
                    <a:pt x="3851783" y="0"/>
                  </a:moveTo>
                  <a:lnTo>
                    <a:pt x="859536" y="0"/>
                  </a:lnTo>
                  <a:lnTo>
                    <a:pt x="859536" y="9131"/>
                  </a:lnTo>
                  <a:lnTo>
                    <a:pt x="877824" y="9131"/>
                  </a:lnTo>
                  <a:lnTo>
                    <a:pt x="877824" y="185915"/>
                  </a:lnTo>
                  <a:lnTo>
                    <a:pt x="3833495" y="185915"/>
                  </a:lnTo>
                  <a:lnTo>
                    <a:pt x="3833495" y="9131"/>
                  </a:lnTo>
                  <a:lnTo>
                    <a:pt x="3851783" y="9131"/>
                  </a:lnTo>
                  <a:lnTo>
                    <a:pt x="38517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96416" y="4901818"/>
              <a:ext cx="5850255" cy="1513840"/>
            </a:xfrm>
            <a:custGeom>
              <a:avLst/>
              <a:gdLst/>
              <a:ahLst/>
              <a:cxnLst/>
              <a:rect l="l" t="t" r="r" b="b"/>
              <a:pathLst>
                <a:path w="5850255" h="1513839">
                  <a:moveTo>
                    <a:pt x="1986102" y="1327658"/>
                  </a:moveTo>
                  <a:lnTo>
                    <a:pt x="1986026" y="1318514"/>
                  </a:lnTo>
                  <a:lnTo>
                    <a:pt x="1976958" y="1318514"/>
                  </a:lnTo>
                  <a:lnTo>
                    <a:pt x="1976958" y="1327658"/>
                  </a:lnTo>
                  <a:lnTo>
                    <a:pt x="1976958" y="1504442"/>
                  </a:lnTo>
                  <a:lnTo>
                    <a:pt x="1976882" y="1327658"/>
                  </a:lnTo>
                  <a:lnTo>
                    <a:pt x="1976958" y="1318514"/>
                  </a:lnTo>
                  <a:lnTo>
                    <a:pt x="9144" y="1318514"/>
                  </a:lnTo>
                  <a:lnTo>
                    <a:pt x="9144" y="1327658"/>
                  </a:lnTo>
                  <a:lnTo>
                    <a:pt x="18288" y="1327658"/>
                  </a:lnTo>
                  <a:lnTo>
                    <a:pt x="18288" y="1504442"/>
                  </a:lnTo>
                  <a:lnTo>
                    <a:pt x="9144" y="1504442"/>
                  </a:lnTo>
                  <a:lnTo>
                    <a:pt x="9144" y="1513586"/>
                  </a:lnTo>
                  <a:lnTo>
                    <a:pt x="1986026" y="1513586"/>
                  </a:lnTo>
                  <a:lnTo>
                    <a:pt x="1986026" y="1504442"/>
                  </a:lnTo>
                  <a:lnTo>
                    <a:pt x="1986102" y="1327658"/>
                  </a:lnTo>
                  <a:close/>
                </a:path>
                <a:path w="5850255" h="1513839">
                  <a:moveTo>
                    <a:pt x="1989074" y="1091438"/>
                  </a:moveTo>
                  <a:lnTo>
                    <a:pt x="1986026" y="1091438"/>
                  </a:lnTo>
                  <a:lnTo>
                    <a:pt x="1986026" y="1089914"/>
                  </a:lnTo>
                  <a:lnTo>
                    <a:pt x="1976958" y="1089914"/>
                  </a:lnTo>
                  <a:lnTo>
                    <a:pt x="1976958" y="1100582"/>
                  </a:lnTo>
                  <a:lnTo>
                    <a:pt x="1976958" y="1275842"/>
                  </a:lnTo>
                  <a:lnTo>
                    <a:pt x="1976882" y="1100582"/>
                  </a:lnTo>
                  <a:lnTo>
                    <a:pt x="1976958" y="1089914"/>
                  </a:lnTo>
                  <a:lnTo>
                    <a:pt x="9144" y="1089914"/>
                  </a:lnTo>
                  <a:lnTo>
                    <a:pt x="9144" y="1091438"/>
                  </a:lnTo>
                  <a:lnTo>
                    <a:pt x="0" y="1091438"/>
                  </a:lnTo>
                  <a:lnTo>
                    <a:pt x="0" y="1100582"/>
                  </a:lnTo>
                  <a:lnTo>
                    <a:pt x="18288" y="1100582"/>
                  </a:lnTo>
                  <a:lnTo>
                    <a:pt x="18288" y="1275842"/>
                  </a:lnTo>
                  <a:lnTo>
                    <a:pt x="0" y="1275842"/>
                  </a:lnTo>
                  <a:lnTo>
                    <a:pt x="0" y="1284986"/>
                  </a:lnTo>
                  <a:lnTo>
                    <a:pt x="9144" y="1284986"/>
                  </a:lnTo>
                  <a:lnTo>
                    <a:pt x="9144" y="1286510"/>
                  </a:lnTo>
                  <a:lnTo>
                    <a:pt x="1986026" y="1286510"/>
                  </a:lnTo>
                  <a:lnTo>
                    <a:pt x="1986026" y="1284986"/>
                  </a:lnTo>
                  <a:lnTo>
                    <a:pt x="1989074" y="1284986"/>
                  </a:lnTo>
                  <a:lnTo>
                    <a:pt x="1989074" y="1275842"/>
                  </a:lnTo>
                  <a:lnTo>
                    <a:pt x="1986102" y="1275842"/>
                  </a:lnTo>
                  <a:lnTo>
                    <a:pt x="1986102" y="1100582"/>
                  </a:lnTo>
                  <a:lnTo>
                    <a:pt x="1989074" y="1100582"/>
                  </a:lnTo>
                  <a:lnTo>
                    <a:pt x="1989074" y="1091438"/>
                  </a:lnTo>
                  <a:close/>
                </a:path>
                <a:path w="5850255" h="1513839">
                  <a:moveTo>
                    <a:pt x="1989074" y="862838"/>
                  </a:moveTo>
                  <a:lnTo>
                    <a:pt x="1986026" y="862838"/>
                  </a:lnTo>
                  <a:lnTo>
                    <a:pt x="1986026" y="861314"/>
                  </a:lnTo>
                  <a:lnTo>
                    <a:pt x="1976958" y="861314"/>
                  </a:lnTo>
                  <a:lnTo>
                    <a:pt x="1976958" y="871982"/>
                  </a:lnTo>
                  <a:lnTo>
                    <a:pt x="1976958" y="1048766"/>
                  </a:lnTo>
                  <a:lnTo>
                    <a:pt x="1976882" y="871982"/>
                  </a:lnTo>
                  <a:lnTo>
                    <a:pt x="1976958" y="861314"/>
                  </a:lnTo>
                  <a:lnTo>
                    <a:pt x="9144" y="861314"/>
                  </a:lnTo>
                  <a:lnTo>
                    <a:pt x="9144" y="862838"/>
                  </a:lnTo>
                  <a:lnTo>
                    <a:pt x="0" y="862838"/>
                  </a:lnTo>
                  <a:lnTo>
                    <a:pt x="0" y="871982"/>
                  </a:lnTo>
                  <a:lnTo>
                    <a:pt x="18288" y="871982"/>
                  </a:lnTo>
                  <a:lnTo>
                    <a:pt x="18288" y="1048766"/>
                  </a:lnTo>
                  <a:lnTo>
                    <a:pt x="9144" y="1048766"/>
                  </a:lnTo>
                  <a:lnTo>
                    <a:pt x="0" y="1048766"/>
                  </a:lnTo>
                  <a:lnTo>
                    <a:pt x="0" y="1057910"/>
                  </a:lnTo>
                  <a:lnTo>
                    <a:pt x="9144" y="1057910"/>
                  </a:lnTo>
                  <a:lnTo>
                    <a:pt x="1986026" y="1057910"/>
                  </a:lnTo>
                  <a:lnTo>
                    <a:pt x="1989074" y="1057910"/>
                  </a:lnTo>
                  <a:lnTo>
                    <a:pt x="1989074" y="1048766"/>
                  </a:lnTo>
                  <a:lnTo>
                    <a:pt x="1986102" y="1048766"/>
                  </a:lnTo>
                  <a:lnTo>
                    <a:pt x="1986102" y="871982"/>
                  </a:lnTo>
                  <a:lnTo>
                    <a:pt x="1989074" y="871982"/>
                  </a:lnTo>
                  <a:lnTo>
                    <a:pt x="1989074" y="862838"/>
                  </a:lnTo>
                  <a:close/>
                </a:path>
                <a:path w="5850255" h="1513839">
                  <a:moveTo>
                    <a:pt x="1989074" y="633984"/>
                  </a:moveTo>
                  <a:lnTo>
                    <a:pt x="1986026" y="633984"/>
                  </a:lnTo>
                  <a:lnTo>
                    <a:pt x="1976958" y="633984"/>
                  </a:lnTo>
                  <a:lnTo>
                    <a:pt x="1976958" y="643128"/>
                  </a:lnTo>
                  <a:lnTo>
                    <a:pt x="1976958" y="820166"/>
                  </a:lnTo>
                  <a:lnTo>
                    <a:pt x="1976882" y="643128"/>
                  </a:lnTo>
                  <a:lnTo>
                    <a:pt x="1976958" y="633984"/>
                  </a:lnTo>
                  <a:lnTo>
                    <a:pt x="9144" y="633984"/>
                  </a:lnTo>
                  <a:lnTo>
                    <a:pt x="0" y="633984"/>
                  </a:lnTo>
                  <a:lnTo>
                    <a:pt x="0" y="643128"/>
                  </a:lnTo>
                  <a:lnTo>
                    <a:pt x="9144" y="643128"/>
                  </a:lnTo>
                  <a:lnTo>
                    <a:pt x="18288" y="643128"/>
                  </a:lnTo>
                  <a:lnTo>
                    <a:pt x="18288" y="820166"/>
                  </a:lnTo>
                  <a:lnTo>
                    <a:pt x="9144" y="820166"/>
                  </a:lnTo>
                  <a:lnTo>
                    <a:pt x="0" y="820166"/>
                  </a:lnTo>
                  <a:lnTo>
                    <a:pt x="0" y="829310"/>
                  </a:lnTo>
                  <a:lnTo>
                    <a:pt x="9144" y="829310"/>
                  </a:lnTo>
                  <a:lnTo>
                    <a:pt x="1986026" y="829310"/>
                  </a:lnTo>
                  <a:lnTo>
                    <a:pt x="1989074" y="829310"/>
                  </a:lnTo>
                  <a:lnTo>
                    <a:pt x="1989074" y="820166"/>
                  </a:lnTo>
                  <a:lnTo>
                    <a:pt x="1986102" y="820166"/>
                  </a:lnTo>
                  <a:lnTo>
                    <a:pt x="1986102" y="643128"/>
                  </a:lnTo>
                  <a:lnTo>
                    <a:pt x="1989074" y="643128"/>
                  </a:lnTo>
                  <a:lnTo>
                    <a:pt x="1989074" y="633984"/>
                  </a:lnTo>
                  <a:close/>
                </a:path>
                <a:path w="5850255" h="1513839">
                  <a:moveTo>
                    <a:pt x="1989074" y="591312"/>
                  </a:moveTo>
                  <a:lnTo>
                    <a:pt x="1986102" y="591312"/>
                  </a:lnTo>
                  <a:lnTo>
                    <a:pt x="1986102" y="414528"/>
                  </a:lnTo>
                  <a:lnTo>
                    <a:pt x="1976958" y="414528"/>
                  </a:lnTo>
                  <a:lnTo>
                    <a:pt x="1976958" y="591312"/>
                  </a:lnTo>
                  <a:lnTo>
                    <a:pt x="1976882" y="414528"/>
                  </a:lnTo>
                  <a:lnTo>
                    <a:pt x="18288" y="414528"/>
                  </a:lnTo>
                  <a:lnTo>
                    <a:pt x="18288" y="591312"/>
                  </a:lnTo>
                  <a:lnTo>
                    <a:pt x="9144" y="591312"/>
                  </a:lnTo>
                  <a:lnTo>
                    <a:pt x="0" y="591312"/>
                  </a:lnTo>
                  <a:lnTo>
                    <a:pt x="0" y="600456"/>
                  </a:lnTo>
                  <a:lnTo>
                    <a:pt x="9144" y="600456"/>
                  </a:lnTo>
                  <a:lnTo>
                    <a:pt x="1986026" y="600456"/>
                  </a:lnTo>
                  <a:lnTo>
                    <a:pt x="1989074" y="600456"/>
                  </a:lnTo>
                  <a:lnTo>
                    <a:pt x="1989074" y="591312"/>
                  </a:lnTo>
                  <a:close/>
                </a:path>
                <a:path w="5850255" h="1513839">
                  <a:moveTo>
                    <a:pt x="2833446" y="1318514"/>
                  </a:moveTo>
                  <a:lnTo>
                    <a:pt x="2018106" y="1318514"/>
                  </a:lnTo>
                  <a:lnTo>
                    <a:pt x="2018106" y="1327658"/>
                  </a:lnTo>
                  <a:lnTo>
                    <a:pt x="2018106" y="1504442"/>
                  </a:lnTo>
                  <a:lnTo>
                    <a:pt x="2018106" y="1513586"/>
                  </a:lnTo>
                  <a:lnTo>
                    <a:pt x="2833446" y="1513586"/>
                  </a:lnTo>
                  <a:lnTo>
                    <a:pt x="2833446" y="1504442"/>
                  </a:lnTo>
                  <a:lnTo>
                    <a:pt x="2027250" y="1504442"/>
                  </a:lnTo>
                  <a:lnTo>
                    <a:pt x="2027250" y="1327658"/>
                  </a:lnTo>
                  <a:lnTo>
                    <a:pt x="2833446" y="1327658"/>
                  </a:lnTo>
                  <a:lnTo>
                    <a:pt x="2833446" y="1318514"/>
                  </a:lnTo>
                  <a:close/>
                </a:path>
                <a:path w="5850255" h="1513839">
                  <a:moveTo>
                    <a:pt x="2836494" y="1091438"/>
                  </a:moveTo>
                  <a:lnTo>
                    <a:pt x="2833446" y="1091438"/>
                  </a:lnTo>
                  <a:lnTo>
                    <a:pt x="2833446" y="1089914"/>
                  </a:lnTo>
                  <a:lnTo>
                    <a:pt x="2018106" y="1089914"/>
                  </a:lnTo>
                  <a:lnTo>
                    <a:pt x="2018106" y="1091438"/>
                  </a:lnTo>
                  <a:lnTo>
                    <a:pt x="2018106" y="1100582"/>
                  </a:lnTo>
                  <a:lnTo>
                    <a:pt x="2018106" y="1275842"/>
                  </a:lnTo>
                  <a:lnTo>
                    <a:pt x="2008962" y="1275842"/>
                  </a:lnTo>
                  <a:lnTo>
                    <a:pt x="2008962" y="1100582"/>
                  </a:lnTo>
                  <a:lnTo>
                    <a:pt x="2018106" y="1100582"/>
                  </a:lnTo>
                  <a:lnTo>
                    <a:pt x="2018106" y="1091438"/>
                  </a:lnTo>
                  <a:lnTo>
                    <a:pt x="2008962" y="1091438"/>
                  </a:lnTo>
                  <a:lnTo>
                    <a:pt x="2008962" y="1088390"/>
                  </a:lnTo>
                  <a:lnTo>
                    <a:pt x="1998294" y="1088390"/>
                  </a:lnTo>
                  <a:lnTo>
                    <a:pt x="1989150" y="1088390"/>
                  </a:lnTo>
                  <a:lnTo>
                    <a:pt x="1989150" y="1091438"/>
                  </a:lnTo>
                  <a:lnTo>
                    <a:pt x="1989150" y="1284986"/>
                  </a:lnTo>
                  <a:lnTo>
                    <a:pt x="1989150" y="1294130"/>
                  </a:lnTo>
                  <a:lnTo>
                    <a:pt x="1998294" y="1294130"/>
                  </a:lnTo>
                  <a:lnTo>
                    <a:pt x="2008962" y="1294130"/>
                  </a:lnTo>
                  <a:lnTo>
                    <a:pt x="2008962" y="1284986"/>
                  </a:lnTo>
                  <a:lnTo>
                    <a:pt x="2018106" y="1284986"/>
                  </a:lnTo>
                  <a:lnTo>
                    <a:pt x="2018106" y="1286510"/>
                  </a:lnTo>
                  <a:lnTo>
                    <a:pt x="2833446" y="1286510"/>
                  </a:lnTo>
                  <a:lnTo>
                    <a:pt x="2833446" y="1284986"/>
                  </a:lnTo>
                  <a:lnTo>
                    <a:pt x="2836494" y="1284986"/>
                  </a:lnTo>
                  <a:lnTo>
                    <a:pt x="2836494" y="1275842"/>
                  </a:lnTo>
                  <a:lnTo>
                    <a:pt x="2824302" y="1275842"/>
                  </a:lnTo>
                  <a:lnTo>
                    <a:pt x="2824302" y="1100582"/>
                  </a:lnTo>
                  <a:lnTo>
                    <a:pt x="2836494" y="1100582"/>
                  </a:lnTo>
                  <a:lnTo>
                    <a:pt x="2836494" y="1091438"/>
                  </a:lnTo>
                  <a:close/>
                </a:path>
                <a:path w="5850255" h="1513839">
                  <a:moveTo>
                    <a:pt x="2836494" y="405384"/>
                  </a:moveTo>
                  <a:lnTo>
                    <a:pt x="2833446" y="405384"/>
                  </a:lnTo>
                  <a:lnTo>
                    <a:pt x="2018106" y="405384"/>
                  </a:lnTo>
                  <a:lnTo>
                    <a:pt x="2008962" y="405384"/>
                  </a:lnTo>
                  <a:lnTo>
                    <a:pt x="2008962" y="414528"/>
                  </a:lnTo>
                  <a:lnTo>
                    <a:pt x="2018106" y="414528"/>
                  </a:lnTo>
                  <a:lnTo>
                    <a:pt x="2018106" y="591312"/>
                  </a:lnTo>
                  <a:lnTo>
                    <a:pt x="2008962" y="591312"/>
                  </a:lnTo>
                  <a:lnTo>
                    <a:pt x="2008962" y="600456"/>
                  </a:lnTo>
                  <a:lnTo>
                    <a:pt x="2018106" y="600456"/>
                  </a:lnTo>
                  <a:lnTo>
                    <a:pt x="2833446" y="600456"/>
                  </a:lnTo>
                  <a:lnTo>
                    <a:pt x="2836494" y="600456"/>
                  </a:lnTo>
                  <a:lnTo>
                    <a:pt x="2836494" y="591312"/>
                  </a:lnTo>
                  <a:lnTo>
                    <a:pt x="2833446" y="591312"/>
                  </a:lnTo>
                  <a:lnTo>
                    <a:pt x="2833433" y="414528"/>
                  </a:lnTo>
                  <a:lnTo>
                    <a:pt x="2836494" y="414528"/>
                  </a:lnTo>
                  <a:lnTo>
                    <a:pt x="2836494" y="405384"/>
                  </a:lnTo>
                  <a:close/>
                </a:path>
                <a:path w="5850255" h="1513839">
                  <a:moveTo>
                    <a:pt x="2847162" y="859790"/>
                  </a:moveTo>
                  <a:lnTo>
                    <a:pt x="2836494" y="859790"/>
                  </a:lnTo>
                  <a:lnTo>
                    <a:pt x="2836494" y="862838"/>
                  </a:lnTo>
                  <a:lnTo>
                    <a:pt x="2836494" y="871982"/>
                  </a:lnTo>
                  <a:lnTo>
                    <a:pt x="2836494" y="1048766"/>
                  </a:lnTo>
                  <a:lnTo>
                    <a:pt x="2833446" y="1048766"/>
                  </a:lnTo>
                  <a:lnTo>
                    <a:pt x="2833433" y="871982"/>
                  </a:lnTo>
                  <a:lnTo>
                    <a:pt x="2836494" y="871982"/>
                  </a:lnTo>
                  <a:lnTo>
                    <a:pt x="2836494" y="862838"/>
                  </a:lnTo>
                  <a:lnTo>
                    <a:pt x="2833446" y="862838"/>
                  </a:lnTo>
                  <a:lnTo>
                    <a:pt x="2833446" y="861314"/>
                  </a:lnTo>
                  <a:lnTo>
                    <a:pt x="2018106" y="861314"/>
                  </a:lnTo>
                  <a:lnTo>
                    <a:pt x="2018106" y="862838"/>
                  </a:lnTo>
                  <a:lnTo>
                    <a:pt x="2018106" y="871982"/>
                  </a:lnTo>
                  <a:lnTo>
                    <a:pt x="2018106" y="1048766"/>
                  </a:lnTo>
                  <a:lnTo>
                    <a:pt x="2008962" y="1048766"/>
                  </a:lnTo>
                  <a:lnTo>
                    <a:pt x="2008962" y="871982"/>
                  </a:lnTo>
                  <a:lnTo>
                    <a:pt x="2018106" y="871982"/>
                  </a:lnTo>
                  <a:lnTo>
                    <a:pt x="2018106" y="862838"/>
                  </a:lnTo>
                  <a:lnTo>
                    <a:pt x="2008962" y="862838"/>
                  </a:lnTo>
                  <a:lnTo>
                    <a:pt x="2008962" y="859790"/>
                  </a:lnTo>
                  <a:lnTo>
                    <a:pt x="1998294" y="859790"/>
                  </a:lnTo>
                  <a:lnTo>
                    <a:pt x="1989150" y="859790"/>
                  </a:lnTo>
                  <a:lnTo>
                    <a:pt x="1989150" y="862838"/>
                  </a:lnTo>
                  <a:lnTo>
                    <a:pt x="1989150" y="1057910"/>
                  </a:lnTo>
                  <a:lnTo>
                    <a:pt x="1989150" y="1067054"/>
                  </a:lnTo>
                  <a:lnTo>
                    <a:pt x="1998294" y="1067054"/>
                  </a:lnTo>
                  <a:lnTo>
                    <a:pt x="2008962" y="1067054"/>
                  </a:lnTo>
                  <a:lnTo>
                    <a:pt x="2008962" y="1057910"/>
                  </a:lnTo>
                  <a:lnTo>
                    <a:pt x="2018106" y="1057910"/>
                  </a:lnTo>
                  <a:lnTo>
                    <a:pt x="2833446" y="1057910"/>
                  </a:lnTo>
                  <a:lnTo>
                    <a:pt x="2836494" y="1057910"/>
                  </a:lnTo>
                  <a:lnTo>
                    <a:pt x="2847162" y="1057910"/>
                  </a:lnTo>
                  <a:lnTo>
                    <a:pt x="2847162" y="862838"/>
                  </a:lnTo>
                  <a:lnTo>
                    <a:pt x="2847162" y="859790"/>
                  </a:lnTo>
                  <a:close/>
                </a:path>
                <a:path w="5850255" h="1513839">
                  <a:moveTo>
                    <a:pt x="2847162" y="391680"/>
                  </a:moveTo>
                  <a:lnTo>
                    <a:pt x="1998294" y="391680"/>
                  </a:lnTo>
                  <a:lnTo>
                    <a:pt x="1998294" y="402336"/>
                  </a:lnTo>
                  <a:lnTo>
                    <a:pt x="2847162" y="402336"/>
                  </a:lnTo>
                  <a:lnTo>
                    <a:pt x="2847162" y="391680"/>
                  </a:lnTo>
                  <a:close/>
                </a:path>
                <a:path w="5850255" h="1513839">
                  <a:moveTo>
                    <a:pt x="2857817" y="0"/>
                  </a:moveTo>
                  <a:lnTo>
                    <a:pt x="2847162" y="0"/>
                  </a:lnTo>
                  <a:lnTo>
                    <a:pt x="2847162" y="371856"/>
                  </a:lnTo>
                  <a:lnTo>
                    <a:pt x="2857817" y="371856"/>
                  </a:lnTo>
                  <a:lnTo>
                    <a:pt x="2857817" y="0"/>
                  </a:lnTo>
                  <a:close/>
                </a:path>
                <a:path w="5850255" h="1513839">
                  <a:moveTo>
                    <a:pt x="5850077" y="405384"/>
                  </a:moveTo>
                  <a:lnTo>
                    <a:pt x="5840933" y="405384"/>
                  </a:lnTo>
                  <a:lnTo>
                    <a:pt x="2876118" y="405384"/>
                  </a:lnTo>
                  <a:lnTo>
                    <a:pt x="2876118" y="414528"/>
                  </a:lnTo>
                  <a:lnTo>
                    <a:pt x="2876118" y="591312"/>
                  </a:lnTo>
                  <a:lnTo>
                    <a:pt x="2876105" y="414528"/>
                  </a:lnTo>
                  <a:lnTo>
                    <a:pt x="2876118" y="405384"/>
                  </a:lnTo>
                  <a:lnTo>
                    <a:pt x="2865450" y="405384"/>
                  </a:lnTo>
                  <a:lnTo>
                    <a:pt x="2857830" y="405384"/>
                  </a:lnTo>
                  <a:lnTo>
                    <a:pt x="2857830" y="414528"/>
                  </a:lnTo>
                  <a:lnTo>
                    <a:pt x="2865450" y="414528"/>
                  </a:lnTo>
                  <a:lnTo>
                    <a:pt x="2865450" y="591312"/>
                  </a:lnTo>
                  <a:lnTo>
                    <a:pt x="2857830" y="591312"/>
                  </a:lnTo>
                  <a:lnTo>
                    <a:pt x="2857830" y="600456"/>
                  </a:lnTo>
                  <a:lnTo>
                    <a:pt x="2865450" y="600456"/>
                  </a:lnTo>
                  <a:lnTo>
                    <a:pt x="5840933" y="600456"/>
                  </a:lnTo>
                  <a:lnTo>
                    <a:pt x="5850077" y="600456"/>
                  </a:lnTo>
                  <a:lnTo>
                    <a:pt x="5850077" y="591312"/>
                  </a:lnTo>
                  <a:lnTo>
                    <a:pt x="5840933" y="591312"/>
                  </a:lnTo>
                  <a:lnTo>
                    <a:pt x="5831789" y="591312"/>
                  </a:lnTo>
                  <a:lnTo>
                    <a:pt x="5831789" y="414528"/>
                  </a:lnTo>
                  <a:lnTo>
                    <a:pt x="5840933" y="414528"/>
                  </a:lnTo>
                  <a:lnTo>
                    <a:pt x="5850077" y="414528"/>
                  </a:lnTo>
                  <a:lnTo>
                    <a:pt x="5850077" y="405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96416" y="6220332"/>
              <a:ext cx="2836545" cy="1733550"/>
            </a:xfrm>
            <a:custGeom>
              <a:avLst/>
              <a:gdLst/>
              <a:ahLst/>
              <a:cxnLst/>
              <a:rect l="l" t="t" r="r" b="b"/>
              <a:pathLst>
                <a:path w="2836545" h="1733550">
                  <a:moveTo>
                    <a:pt x="1976882" y="1556092"/>
                  </a:moveTo>
                  <a:lnTo>
                    <a:pt x="18288" y="1556092"/>
                  </a:lnTo>
                  <a:lnTo>
                    <a:pt x="18288" y="1733169"/>
                  </a:lnTo>
                  <a:lnTo>
                    <a:pt x="1976882" y="1733169"/>
                  </a:lnTo>
                  <a:lnTo>
                    <a:pt x="1976882" y="1556092"/>
                  </a:lnTo>
                  <a:close/>
                </a:path>
                <a:path w="2836545" h="1733550">
                  <a:moveTo>
                    <a:pt x="1989074" y="1504188"/>
                  </a:moveTo>
                  <a:lnTo>
                    <a:pt x="1986026" y="1504188"/>
                  </a:lnTo>
                  <a:lnTo>
                    <a:pt x="1976882" y="1504188"/>
                  </a:lnTo>
                  <a:lnTo>
                    <a:pt x="1976882" y="1327416"/>
                  </a:lnTo>
                  <a:lnTo>
                    <a:pt x="18288" y="1327416"/>
                  </a:lnTo>
                  <a:lnTo>
                    <a:pt x="18288" y="1504188"/>
                  </a:lnTo>
                  <a:lnTo>
                    <a:pt x="9144" y="1504188"/>
                  </a:lnTo>
                  <a:lnTo>
                    <a:pt x="0" y="1504188"/>
                  </a:lnTo>
                  <a:lnTo>
                    <a:pt x="0" y="1513332"/>
                  </a:lnTo>
                  <a:lnTo>
                    <a:pt x="9144" y="1513332"/>
                  </a:lnTo>
                  <a:lnTo>
                    <a:pt x="1986026" y="1513332"/>
                  </a:lnTo>
                  <a:lnTo>
                    <a:pt x="1989074" y="1513332"/>
                  </a:lnTo>
                  <a:lnTo>
                    <a:pt x="1989074" y="1504188"/>
                  </a:lnTo>
                  <a:close/>
                </a:path>
                <a:path w="2836545" h="1733550">
                  <a:moveTo>
                    <a:pt x="1989074" y="1318260"/>
                  </a:moveTo>
                  <a:lnTo>
                    <a:pt x="1986026" y="1318260"/>
                  </a:lnTo>
                  <a:lnTo>
                    <a:pt x="9144" y="1318260"/>
                  </a:lnTo>
                  <a:lnTo>
                    <a:pt x="0" y="1318260"/>
                  </a:lnTo>
                  <a:lnTo>
                    <a:pt x="0" y="1327404"/>
                  </a:lnTo>
                  <a:lnTo>
                    <a:pt x="9144" y="1327404"/>
                  </a:lnTo>
                  <a:lnTo>
                    <a:pt x="1986026" y="1327404"/>
                  </a:lnTo>
                  <a:lnTo>
                    <a:pt x="1989074" y="1327404"/>
                  </a:lnTo>
                  <a:lnTo>
                    <a:pt x="1989074" y="1318260"/>
                  </a:lnTo>
                  <a:close/>
                </a:path>
                <a:path w="2836545" h="1733550">
                  <a:moveTo>
                    <a:pt x="1989074" y="1091184"/>
                  </a:moveTo>
                  <a:lnTo>
                    <a:pt x="1986026" y="1091184"/>
                  </a:lnTo>
                  <a:lnTo>
                    <a:pt x="1986026" y="1089660"/>
                  </a:lnTo>
                  <a:lnTo>
                    <a:pt x="9144" y="1089660"/>
                  </a:lnTo>
                  <a:lnTo>
                    <a:pt x="9144" y="1091184"/>
                  </a:lnTo>
                  <a:lnTo>
                    <a:pt x="0" y="1091184"/>
                  </a:lnTo>
                  <a:lnTo>
                    <a:pt x="0" y="1100328"/>
                  </a:lnTo>
                  <a:lnTo>
                    <a:pt x="18288" y="1100328"/>
                  </a:lnTo>
                  <a:lnTo>
                    <a:pt x="18288" y="1275588"/>
                  </a:lnTo>
                  <a:lnTo>
                    <a:pt x="0" y="1275588"/>
                  </a:lnTo>
                  <a:lnTo>
                    <a:pt x="0" y="1284732"/>
                  </a:lnTo>
                  <a:lnTo>
                    <a:pt x="9144" y="1284732"/>
                  </a:lnTo>
                  <a:lnTo>
                    <a:pt x="9144" y="1286256"/>
                  </a:lnTo>
                  <a:lnTo>
                    <a:pt x="1986026" y="1286256"/>
                  </a:lnTo>
                  <a:lnTo>
                    <a:pt x="1986026" y="1284732"/>
                  </a:lnTo>
                  <a:lnTo>
                    <a:pt x="1989074" y="1284732"/>
                  </a:lnTo>
                  <a:lnTo>
                    <a:pt x="1989074" y="1275588"/>
                  </a:lnTo>
                  <a:lnTo>
                    <a:pt x="1976882" y="1275588"/>
                  </a:lnTo>
                  <a:lnTo>
                    <a:pt x="1976882" y="1100328"/>
                  </a:lnTo>
                  <a:lnTo>
                    <a:pt x="1989074" y="1100328"/>
                  </a:lnTo>
                  <a:lnTo>
                    <a:pt x="1989074" y="1091184"/>
                  </a:lnTo>
                  <a:close/>
                </a:path>
                <a:path w="2836545" h="1733550">
                  <a:moveTo>
                    <a:pt x="1989074" y="862584"/>
                  </a:moveTo>
                  <a:lnTo>
                    <a:pt x="1986026" y="862584"/>
                  </a:lnTo>
                  <a:lnTo>
                    <a:pt x="1986026" y="861060"/>
                  </a:lnTo>
                  <a:lnTo>
                    <a:pt x="9144" y="861060"/>
                  </a:lnTo>
                  <a:lnTo>
                    <a:pt x="9144" y="862584"/>
                  </a:lnTo>
                  <a:lnTo>
                    <a:pt x="0" y="862584"/>
                  </a:lnTo>
                  <a:lnTo>
                    <a:pt x="0" y="871728"/>
                  </a:lnTo>
                  <a:lnTo>
                    <a:pt x="18288" y="871728"/>
                  </a:lnTo>
                  <a:lnTo>
                    <a:pt x="18288" y="1048512"/>
                  </a:lnTo>
                  <a:lnTo>
                    <a:pt x="9144" y="1048512"/>
                  </a:lnTo>
                  <a:lnTo>
                    <a:pt x="0" y="1048512"/>
                  </a:lnTo>
                  <a:lnTo>
                    <a:pt x="0" y="1057656"/>
                  </a:lnTo>
                  <a:lnTo>
                    <a:pt x="9144" y="1057656"/>
                  </a:lnTo>
                  <a:lnTo>
                    <a:pt x="1986026" y="1057656"/>
                  </a:lnTo>
                  <a:lnTo>
                    <a:pt x="1989074" y="1057656"/>
                  </a:lnTo>
                  <a:lnTo>
                    <a:pt x="1989074" y="1048512"/>
                  </a:lnTo>
                  <a:lnTo>
                    <a:pt x="1986026" y="1048512"/>
                  </a:lnTo>
                  <a:lnTo>
                    <a:pt x="1976882" y="1048512"/>
                  </a:lnTo>
                  <a:lnTo>
                    <a:pt x="1976882" y="871728"/>
                  </a:lnTo>
                  <a:lnTo>
                    <a:pt x="1989074" y="871728"/>
                  </a:lnTo>
                  <a:lnTo>
                    <a:pt x="1989074" y="862584"/>
                  </a:lnTo>
                  <a:close/>
                </a:path>
                <a:path w="2836545" h="1733550">
                  <a:moveTo>
                    <a:pt x="1989074" y="457200"/>
                  </a:moveTo>
                  <a:lnTo>
                    <a:pt x="1986026" y="457200"/>
                  </a:lnTo>
                  <a:lnTo>
                    <a:pt x="1986026" y="455676"/>
                  </a:lnTo>
                  <a:lnTo>
                    <a:pt x="9144" y="455676"/>
                  </a:lnTo>
                  <a:lnTo>
                    <a:pt x="9144" y="457200"/>
                  </a:lnTo>
                  <a:lnTo>
                    <a:pt x="0" y="457200"/>
                  </a:lnTo>
                  <a:lnTo>
                    <a:pt x="0" y="466344"/>
                  </a:lnTo>
                  <a:lnTo>
                    <a:pt x="9144" y="466344"/>
                  </a:lnTo>
                  <a:lnTo>
                    <a:pt x="9144" y="643128"/>
                  </a:lnTo>
                  <a:lnTo>
                    <a:pt x="18288" y="643128"/>
                  </a:lnTo>
                  <a:lnTo>
                    <a:pt x="18288" y="819912"/>
                  </a:lnTo>
                  <a:lnTo>
                    <a:pt x="9144" y="819912"/>
                  </a:lnTo>
                  <a:lnTo>
                    <a:pt x="0" y="819912"/>
                  </a:lnTo>
                  <a:lnTo>
                    <a:pt x="0" y="829056"/>
                  </a:lnTo>
                  <a:lnTo>
                    <a:pt x="9144" y="829056"/>
                  </a:lnTo>
                  <a:lnTo>
                    <a:pt x="1986026" y="829056"/>
                  </a:lnTo>
                  <a:lnTo>
                    <a:pt x="1989074" y="829056"/>
                  </a:lnTo>
                  <a:lnTo>
                    <a:pt x="1989074" y="819912"/>
                  </a:lnTo>
                  <a:lnTo>
                    <a:pt x="1986026" y="819912"/>
                  </a:lnTo>
                  <a:lnTo>
                    <a:pt x="1976882" y="819912"/>
                  </a:lnTo>
                  <a:lnTo>
                    <a:pt x="1976882" y="643128"/>
                  </a:lnTo>
                  <a:lnTo>
                    <a:pt x="1986026" y="643128"/>
                  </a:lnTo>
                  <a:lnTo>
                    <a:pt x="1986026" y="466344"/>
                  </a:lnTo>
                  <a:lnTo>
                    <a:pt x="1989074" y="466344"/>
                  </a:lnTo>
                  <a:lnTo>
                    <a:pt x="1989074" y="457200"/>
                  </a:lnTo>
                  <a:close/>
                </a:path>
                <a:path w="2836545" h="1733550">
                  <a:moveTo>
                    <a:pt x="1989074" y="414540"/>
                  </a:moveTo>
                  <a:lnTo>
                    <a:pt x="1986026" y="414540"/>
                  </a:lnTo>
                  <a:lnTo>
                    <a:pt x="9144" y="414540"/>
                  </a:lnTo>
                  <a:lnTo>
                    <a:pt x="0" y="414540"/>
                  </a:lnTo>
                  <a:lnTo>
                    <a:pt x="0" y="423672"/>
                  </a:lnTo>
                  <a:lnTo>
                    <a:pt x="9144" y="423672"/>
                  </a:lnTo>
                  <a:lnTo>
                    <a:pt x="1986026" y="423672"/>
                  </a:lnTo>
                  <a:lnTo>
                    <a:pt x="1989074" y="423672"/>
                  </a:lnTo>
                  <a:lnTo>
                    <a:pt x="1989074" y="414540"/>
                  </a:lnTo>
                  <a:close/>
                </a:path>
                <a:path w="2836545" h="1733550">
                  <a:moveTo>
                    <a:pt x="1989074" y="228600"/>
                  </a:moveTo>
                  <a:lnTo>
                    <a:pt x="1986026" y="228600"/>
                  </a:lnTo>
                  <a:lnTo>
                    <a:pt x="9144" y="228600"/>
                  </a:lnTo>
                  <a:lnTo>
                    <a:pt x="0" y="228600"/>
                  </a:lnTo>
                  <a:lnTo>
                    <a:pt x="0" y="237744"/>
                  </a:lnTo>
                  <a:lnTo>
                    <a:pt x="9144" y="237744"/>
                  </a:lnTo>
                  <a:lnTo>
                    <a:pt x="18288" y="237744"/>
                  </a:lnTo>
                  <a:lnTo>
                    <a:pt x="18288" y="414528"/>
                  </a:lnTo>
                  <a:lnTo>
                    <a:pt x="1976882" y="414528"/>
                  </a:lnTo>
                  <a:lnTo>
                    <a:pt x="1976882" y="237744"/>
                  </a:lnTo>
                  <a:lnTo>
                    <a:pt x="1976958" y="414528"/>
                  </a:lnTo>
                  <a:lnTo>
                    <a:pt x="1986102" y="414528"/>
                  </a:lnTo>
                  <a:lnTo>
                    <a:pt x="1986102" y="237744"/>
                  </a:lnTo>
                  <a:lnTo>
                    <a:pt x="1989074" y="237744"/>
                  </a:lnTo>
                  <a:lnTo>
                    <a:pt x="1989074" y="228600"/>
                  </a:lnTo>
                  <a:close/>
                </a:path>
                <a:path w="2836545" h="1733550">
                  <a:moveTo>
                    <a:pt x="1989074" y="185928"/>
                  </a:moveTo>
                  <a:lnTo>
                    <a:pt x="0" y="185928"/>
                  </a:lnTo>
                  <a:lnTo>
                    <a:pt x="0" y="195072"/>
                  </a:lnTo>
                  <a:lnTo>
                    <a:pt x="1989074" y="195072"/>
                  </a:lnTo>
                  <a:lnTo>
                    <a:pt x="1989074" y="185928"/>
                  </a:lnTo>
                  <a:close/>
                </a:path>
                <a:path w="2836545" h="1733550">
                  <a:moveTo>
                    <a:pt x="1989074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1989074" y="9144"/>
                  </a:lnTo>
                  <a:lnTo>
                    <a:pt x="1989074" y="0"/>
                  </a:lnTo>
                  <a:close/>
                </a:path>
                <a:path w="2836545" h="1733550">
                  <a:moveTo>
                    <a:pt x="1998294" y="454164"/>
                  </a:moveTo>
                  <a:lnTo>
                    <a:pt x="1989150" y="454164"/>
                  </a:lnTo>
                  <a:lnTo>
                    <a:pt x="1989150" y="457200"/>
                  </a:lnTo>
                  <a:lnTo>
                    <a:pt x="1989150" y="829056"/>
                  </a:lnTo>
                  <a:lnTo>
                    <a:pt x="1998294" y="829056"/>
                  </a:lnTo>
                  <a:lnTo>
                    <a:pt x="1998294" y="457200"/>
                  </a:lnTo>
                  <a:lnTo>
                    <a:pt x="1998294" y="454164"/>
                  </a:lnTo>
                  <a:close/>
                </a:path>
                <a:path w="2836545" h="1733550">
                  <a:moveTo>
                    <a:pt x="2008962" y="225564"/>
                  </a:moveTo>
                  <a:lnTo>
                    <a:pt x="1998294" y="225564"/>
                  </a:lnTo>
                  <a:lnTo>
                    <a:pt x="1998294" y="228600"/>
                  </a:lnTo>
                  <a:lnTo>
                    <a:pt x="1998294" y="423672"/>
                  </a:lnTo>
                  <a:lnTo>
                    <a:pt x="2008962" y="423672"/>
                  </a:lnTo>
                  <a:lnTo>
                    <a:pt x="2008962" y="228600"/>
                  </a:lnTo>
                  <a:lnTo>
                    <a:pt x="2008962" y="225564"/>
                  </a:lnTo>
                  <a:close/>
                </a:path>
                <a:path w="2836545" h="1733550">
                  <a:moveTo>
                    <a:pt x="2836494" y="0"/>
                  </a:moveTo>
                  <a:lnTo>
                    <a:pt x="2008962" y="0"/>
                  </a:lnTo>
                  <a:lnTo>
                    <a:pt x="2008962" y="9144"/>
                  </a:lnTo>
                  <a:lnTo>
                    <a:pt x="2027250" y="9144"/>
                  </a:lnTo>
                  <a:lnTo>
                    <a:pt x="2027250" y="185928"/>
                  </a:lnTo>
                  <a:lnTo>
                    <a:pt x="2018106" y="185928"/>
                  </a:lnTo>
                  <a:lnTo>
                    <a:pt x="2008962" y="185928"/>
                  </a:lnTo>
                  <a:lnTo>
                    <a:pt x="2008962" y="195072"/>
                  </a:lnTo>
                  <a:lnTo>
                    <a:pt x="2018106" y="195072"/>
                  </a:lnTo>
                  <a:lnTo>
                    <a:pt x="2833446" y="195072"/>
                  </a:lnTo>
                  <a:lnTo>
                    <a:pt x="2836494" y="195072"/>
                  </a:lnTo>
                  <a:lnTo>
                    <a:pt x="2836494" y="185928"/>
                  </a:lnTo>
                  <a:lnTo>
                    <a:pt x="2833446" y="185928"/>
                  </a:lnTo>
                  <a:lnTo>
                    <a:pt x="2824302" y="185928"/>
                  </a:lnTo>
                  <a:lnTo>
                    <a:pt x="2824302" y="9144"/>
                  </a:lnTo>
                  <a:lnTo>
                    <a:pt x="2836494" y="9144"/>
                  </a:lnTo>
                  <a:lnTo>
                    <a:pt x="2836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2189733"/>
            <a:ext cx="15551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Creditor</a:t>
            </a:r>
            <a:r>
              <a:rPr dirty="0" sz="1600" spc="-5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Table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5748" y="2882137"/>
          <a:ext cx="5926455" cy="5685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8975"/>
                <a:gridCol w="783589"/>
                <a:gridCol w="3170555"/>
              </a:tblGrid>
              <a:tr h="279654">
                <a:tc>
                  <a:txBody>
                    <a:bodyPr/>
                    <a:lstStyle/>
                    <a:p>
                      <a:pPr marL="53784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869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869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869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08228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identifier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each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identifier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9413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creditor_name_with_special_char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 special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characters.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07847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creditor_address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49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49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Address</a:t>
                      </a:r>
                      <a:r>
                        <a:rPr dirty="0" sz="1050" spc="-3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49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creditor_city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996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996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City of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996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0632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creditor_state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49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49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3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49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09372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creditor_zip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6205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6205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ZIP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code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6205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08102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creditor_phone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Phone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creditor_phone_ext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996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996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Extension for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creditor's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phone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996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848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creditor_creditor_account_type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49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49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 of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account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49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631">
                <a:tc rowSpan="2"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creditor_creditor_note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Note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additional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information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about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2692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130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130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413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creditor_status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(0=Deleted,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1=Active).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848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createdDate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record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was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6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68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marR="188595">
                        <a:lnSpc>
                          <a:spcPct val="110500"/>
                        </a:lnSpc>
                        <a:spcBef>
                          <a:spcPts val="11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creditor,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used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maintaining special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character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485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632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creditor_fax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Fax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subscriber_code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Subscriber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code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896416" y="2914141"/>
            <a:ext cx="5900420" cy="5022850"/>
            <a:chOff x="896416" y="2914141"/>
            <a:chExt cx="5900420" cy="5022850"/>
          </a:xfrm>
        </p:grpSpPr>
        <p:sp>
          <p:nvSpPr>
            <p:cNvPr id="5" name="object 5"/>
            <p:cNvSpPr/>
            <p:nvPr/>
          </p:nvSpPr>
          <p:spPr>
            <a:xfrm>
              <a:off x="905560" y="2914141"/>
              <a:ext cx="5891530" cy="2678430"/>
            </a:xfrm>
            <a:custGeom>
              <a:avLst/>
              <a:gdLst/>
              <a:ahLst/>
              <a:cxnLst/>
              <a:rect l="l" t="t" r="r" b="b"/>
              <a:pathLst>
                <a:path w="5891530" h="2678429">
                  <a:moveTo>
                    <a:pt x="1941906" y="2492121"/>
                  </a:moveTo>
                  <a:lnTo>
                    <a:pt x="1932762" y="2492121"/>
                  </a:lnTo>
                  <a:lnTo>
                    <a:pt x="1932762" y="2668905"/>
                  </a:lnTo>
                  <a:lnTo>
                    <a:pt x="1932686" y="2492121"/>
                  </a:lnTo>
                  <a:lnTo>
                    <a:pt x="9144" y="2492121"/>
                  </a:lnTo>
                  <a:lnTo>
                    <a:pt x="9144" y="2668905"/>
                  </a:lnTo>
                  <a:lnTo>
                    <a:pt x="0" y="2668905"/>
                  </a:lnTo>
                  <a:lnTo>
                    <a:pt x="0" y="2678049"/>
                  </a:lnTo>
                  <a:lnTo>
                    <a:pt x="1941830" y="2678049"/>
                  </a:lnTo>
                  <a:lnTo>
                    <a:pt x="1941830" y="2668905"/>
                  </a:lnTo>
                  <a:lnTo>
                    <a:pt x="1941906" y="2492121"/>
                  </a:lnTo>
                  <a:close/>
                </a:path>
                <a:path w="5891530" h="2678429">
                  <a:moveTo>
                    <a:pt x="2725242" y="2403729"/>
                  </a:moveTo>
                  <a:lnTo>
                    <a:pt x="1973910" y="2403729"/>
                  </a:lnTo>
                  <a:lnTo>
                    <a:pt x="1973910" y="2492121"/>
                  </a:lnTo>
                  <a:lnTo>
                    <a:pt x="1973910" y="2668905"/>
                  </a:lnTo>
                  <a:lnTo>
                    <a:pt x="1983054" y="2668905"/>
                  </a:lnTo>
                  <a:lnTo>
                    <a:pt x="1983054" y="2492121"/>
                  </a:lnTo>
                  <a:lnTo>
                    <a:pt x="2716098" y="2492121"/>
                  </a:lnTo>
                  <a:lnTo>
                    <a:pt x="2716098" y="2668905"/>
                  </a:lnTo>
                  <a:lnTo>
                    <a:pt x="2725242" y="2668905"/>
                  </a:lnTo>
                  <a:lnTo>
                    <a:pt x="2725242" y="2492121"/>
                  </a:lnTo>
                  <a:lnTo>
                    <a:pt x="2725242" y="2403729"/>
                  </a:lnTo>
                  <a:close/>
                </a:path>
                <a:path w="5891530" h="2678429">
                  <a:moveTo>
                    <a:pt x="2737434" y="2083689"/>
                  </a:moveTo>
                  <a:lnTo>
                    <a:pt x="1955622" y="2083689"/>
                  </a:lnTo>
                  <a:lnTo>
                    <a:pt x="1955622" y="2094357"/>
                  </a:lnTo>
                  <a:lnTo>
                    <a:pt x="2737434" y="2094357"/>
                  </a:lnTo>
                  <a:lnTo>
                    <a:pt x="2737434" y="2083689"/>
                  </a:lnTo>
                  <a:close/>
                </a:path>
                <a:path w="5891530" h="2678429">
                  <a:moveTo>
                    <a:pt x="2748102" y="2063889"/>
                  </a:moveTo>
                  <a:lnTo>
                    <a:pt x="2737434" y="2063889"/>
                  </a:lnTo>
                  <a:lnTo>
                    <a:pt x="2728290" y="2063889"/>
                  </a:lnTo>
                  <a:lnTo>
                    <a:pt x="2728290" y="2073021"/>
                  </a:lnTo>
                  <a:lnTo>
                    <a:pt x="2737434" y="2073021"/>
                  </a:lnTo>
                  <a:lnTo>
                    <a:pt x="2748102" y="2073021"/>
                  </a:lnTo>
                  <a:lnTo>
                    <a:pt x="2748102" y="2063889"/>
                  </a:lnTo>
                  <a:close/>
                </a:path>
                <a:path w="5891530" h="2678429">
                  <a:moveTo>
                    <a:pt x="5891225" y="2097405"/>
                  </a:moveTo>
                  <a:lnTo>
                    <a:pt x="5882081" y="2097405"/>
                  </a:lnTo>
                  <a:lnTo>
                    <a:pt x="5882081" y="2095881"/>
                  </a:lnTo>
                  <a:lnTo>
                    <a:pt x="2757246" y="2095881"/>
                  </a:lnTo>
                  <a:lnTo>
                    <a:pt x="2757246" y="2097405"/>
                  </a:lnTo>
                  <a:lnTo>
                    <a:pt x="2757246" y="2106549"/>
                  </a:lnTo>
                  <a:lnTo>
                    <a:pt x="2757246" y="2184273"/>
                  </a:lnTo>
                  <a:lnTo>
                    <a:pt x="2757246" y="2361057"/>
                  </a:lnTo>
                  <a:lnTo>
                    <a:pt x="2748102" y="2361057"/>
                  </a:lnTo>
                  <a:lnTo>
                    <a:pt x="2748102" y="2106549"/>
                  </a:lnTo>
                  <a:lnTo>
                    <a:pt x="2757246" y="2106549"/>
                  </a:lnTo>
                  <a:lnTo>
                    <a:pt x="2757246" y="2097405"/>
                  </a:lnTo>
                  <a:lnTo>
                    <a:pt x="2748102" y="2097405"/>
                  </a:lnTo>
                  <a:lnTo>
                    <a:pt x="2748102" y="2094369"/>
                  </a:lnTo>
                  <a:lnTo>
                    <a:pt x="2737434" y="2094369"/>
                  </a:lnTo>
                  <a:lnTo>
                    <a:pt x="2728290" y="2094369"/>
                  </a:lnTo>
                  <a:lnTo>
                    <a:pt x="2728290" y="2097405"/>
                  </a:lnTo>
                  <a:lnTo>
                    <a:pt x="2728290" y="2106549"/>
                  </a:lnTo>
                  <a:lnTo>
                    <a:pt x="2728290" y="2361057"/>
                  </a:lnTo>
                  <a:lnTo>
                    <a:pt x="2725242" y="2361057"/>
                  </a:lnTo>
                  <a:lnTo>
                    <a:pt x="2725242" y="2184273"/>
                  </a:lnTo>
                  <a:lnTo>
                    <a:pt x="2725242" y="2106549"/>
                  </a:lnTo>
                  <a:lnTo>
                    <a:pt x="2728290" y="2106549"/>
                  </a:lnTo>
                  <a:lnTo>
                    <a:pt x="2728290" y="2097405"/>
                  </a:lnTo>
                  <a:lnTo>
                    <a:pt x="2725242" y="2097405"/>
                  </a:lnTo>
                  <a:lnTo>
                    <a:pt x="2725242" y="2095881"/>
                  </a:lnTo>
                  <a:lnTo>
                    <a:pt x="2716098" y="2095881"/>
                  </a:lnTo>
                  <a:lnTo>
                    <a:pt x="2716098" y="2184273"/>
                  </a:lnTo>
                  <a:lnTo>
                    <a:pt x="2716098" y="2361057"/>
                  </a:lnTo>
                  <a:lnTo>
                    <a:pt x="2716085" y="2184273"/>
                  </a:lnTo>
                  <a:lnTo>
                    <a:pt x="2716098" y="2095881"/>
                  </a:lnTo>
                  <a:lnTo>
                    <a:pt x="1973910" y="2095881"/>
                  </a:lnTo>
                  <a:lnTo>
                    <a:pt x="1973910" y="2097405"/>
                  </a:lnTo>
                  <a:lnTo>
                    <a:pt x="1964766" y="2097405"/>
                  </a:lnTo>
                  <a:lnTo>
                    <a:pt x="1964766" y="2106549"/>
                  </a:lnTo>
                  <a:lnTo>
                    <a:pt x="1973910" y="2106549"/>
                  </a:lnTo>
                  <a:lnTo>
                    <a:pt x="1973910" y="2184273"/>
                  </a:lnTo>
                  <a:lnTo>
                    <a:pt x="1983054" y="2184273"/>
                  </a:lnTo>
                  <a:lnTo>
                    <a:pt x="1983054" y="2361057"/>
                  </a:lnTo>
                  <a:lnTo>
                    <a:pt x="1973910" y="2361057"/>
                  </a:lnTo>
                  <a:lnTo>
                    <a:pt x="1964766" y="2361057"/>
                  </a:lnTo>
                  <a:lnTo>
                    <a:pt x="1964766" y="2370201"/>
                  </a:lnTo>
                  <a:lnTo>
                    <a:pt x="1973910" y="2370201"/>
                  </a:lnTo>
                  <a:lnTo>
                    <a:pt x="2725242" y="2370201"/>
                  </a:lnTo>
                  <a:lnTo>
                    <a:pt x="2728290" y="2370201"/>
                  </a:lnTo>
                  <a:lnTo>
                    <a:pt x="2728290" y="2379345"/>
                  </a:lnTo>
                  <a:lnTo>
                    <a:pt x="2737434" y="2379345"/>
                  </a:lnTo>
                  <a:lnTo>
                    <a:pt x="2748102" y="2379345"/>
                  </a:lnTo>
                  <a:lnTo>
                    <a:pt x="2748102" y="2370201"/>
                  </a:lnTo>
                  <a:lnTo>
                    <a:pt x="2757246" y="2370201"/>
                  </a:lnTo>
                  <a:lnTo>
                    <a:pt x="5882081" y="2370201"/>
                  </a:lnTo>
                  <a:lnTo>
                    <a:pt x="5891225" y="2370201"/>
                  </a:lnTo>
                  <a:lnTo>
                    <a:pt x="5891225" y="2361057"/>
                  </a:lnTo>
                  <a:lnTo>
                    <a:pt x="5882081" y="2361057"/>
                  </a:lnTo>
                  <a:lnTo>
                    <a:pt x="5872937" y="2361057"/>
                  </a:lnTo>
                  <a:lnTo>
                    <a:pt x="5872937" y="2184273"/>
                  </a:lnTo>
                  <a:lnTo>
                    <a:pt x="5882081" y="2184273"/>
                  </a:lnTo>
                  <a:lnTo>
                    <a:pt x="5882081" y="2106549"/>
                  </a:lnTo>
                  <a:lnTo>
                    <a:pt x="5891225" y="2106549"/>
                  </a:lnTo>
                  <a:lnTo>
                    <a:pt x="5891225" y="2097405"/>
                  </a:lnTo>
                  <a:close/>
                </a:path>
                <a:path w="5891530" h="2678429">
                  <a:moveTo>
                    <a:pt x="5891225" y="1803273"/>
                  </a:moveTo>
                  <a:lnTo>
                    <a:pt x="2757246" y="1803273"/>
                  </a:lnTo>
                  <a:lnTo>
                    <a:pt x="2757246" y="1812417"/>
                  </a:lnTo>
                  <a:lnTo>
                    <a:pt x="2757246" y="1876425"/>
                  </a:lnTo>
                  <a:lnTo>
                    <a:pt x="2757246" y="2054733"/>
                  </a:lnTo>
                  <a:lnTo>
                    <a:pt x="2748102" y="2054733"/>
                  </a:lnTo>
                  <a:lnTo>
                    <a:pt x="2748102" y="1812417"/>
                  </a:lnTo>
                  <a:lnTo>
                    <a:pt x="2757246" y="1812417"/>
                  </a:lnTo>
                  <a:lnTo>
                    <a:pt x="2757246" y="1803273"/>
                  </a:lnTo>
                  <a:lnTo>
                    <a:pt x="2748102" y="1803273"/>
                  </a:lnTo>
                  <a:lnTo>
                    <a:pt x="2737434" y="1803285"/>
                  </a:lnTo>
                  <a:lnTo>
                    <a:pt x="2728290" y="1803285"/>
                  </a:lnTo>
                  <a:lnTo>
                    <a:pt x="2728290" y="1812417"/>
                  </a:lnTo>
                  <a:lnTo>
                    <a:pt x="2728290" y="2054733"/>
                  </a:lnTo>
                  <a:lnTo>
                    <a:pt x="2725242" y="2054733"/>
                  </a:lnTo>
                  <a:lnTo>
                    <a:pt x="2725242" y="1876425"/>
                  </a:lnTo>
                  <a:lnTo>
                    <a:pt x="2725242" y="1812417"/>
                  </a:lnTo>
                  <a:lnTo>
                    <a:pt x="2728290" y="1812417"/>
                  </a:lnTo>
                  <a:lnTo>
                    <a:pt x="2728290" y="1803285"/>
                  </a:lnTo>
                  <a:lnTo>
                    <a:pt x="2716098" y="1803273"/>
                  </a:lnTo>
                  <a:lnTo>
                    <a:pt x="2716098" y="1876425"/>
                  </a:lnTo>
                  <a:lnTo>
                    <a:pt x="2716098" y="2054733"/>
                  </a:lnTo>
                  <a:lnTo>
                    <a:pt x="2716085" y="1876425"/>
                  </a:lnTo>
                  <a:lnTo>
                    <a:pt x="2716098" y="1803273"/>
                  </a:lnTo>
                  <a:lnTo>
                    <a:pt x="1964766" y="1803273"/>
                  </a:lnTo>
                  <a:lnTo>
                    <a:pt x="1964766" y="1812417"/>
                  </a:lnTo>
                  <a:lnTo>
                    <a:pt x="1973910" y="1812417"/>
                  </a:lnTo>
                  <a:lnTo>
                    <a:pt x="1973910" y="1876425"/>
                  </a:lnTo>
                  <a:lnTo>
                    <a:pt x="1983054" y="1876425"/>
                  </a:lnTo>
                  <a:lnTo>
                    <a:pt x="1983054" y="2054733"/>
                  </a:lnTo>
                  <a:lnTo>
                    <a:pt x="1973910" y="2054733"/>
                  </a:lnTo>
                  <a:lnTo>
                    <a:pt x="1964766" y="2054733"/>
                  </a:lnTo>
                  <a:lnTo>
                    <a:pt x="1964766" y="2063877"/>
                  </a:lnTo>
                  <a:lnTo>
                    <a:pt x="1973910" y="2063877"/>
                  </a:lnTo>
                  <a:lnTo>
                    <a:pt x="2725242" y="2063877"/>
                  </a:lnTo>
                  <a:lnTo>
                    <a:pt x="5891225" y="2063877"/>
                  </a:lnTo>
                  <a:lnTo>
                    <a:pt x="5891225" y="2054733"/>
                  </a:lnTo>
                  <a:lnTo>
                    <a:pt x="5882081" y="2054733"/>
                  </a:lnTo>
                  <a:lnTo>
                    <a:pt x="5872937" y="2054733"/>
                  </a:lnTo>
                  <a:lnTo>
                    <a:pt x="5872937" y="1876425"/>
                  </a:lnTo>
                  <a:lnTo>
                    <a:pt x="5882081" y="1876425"/>
                  </a:lnTo>
                  <a:lnTo>
                    <a:pt x="5882081" y="1812417"/>
                  </a:lnTo>
                  <a:lnTo>
                    <a:pt x="5891225" y="1812417"/>
                  </a:lnTo>
                  <a:lnTo>
                    <a:pt x="5891225" y="1803273"/>
                  </a:lnTo>
                  <a:close/>
                </a:path>
                <a:path w="5891530" h="2678429">
                  <a:moveTo>
                    <a:pt x="5891225" y="1495425"/>
                  </a:moveTo>
                  <a:lnTo>
                    <a:pt x="5882081" y="1495425"/>
                  </a:lnTo>
                  <a:lnTo>
                    <a:pt x="2757246" y="1495425"/>
                  </a:lnTo>
                  <a:lnTo>
                    <a:pt x="2748102" y="1495425"/>
                  </a:lnTo>
                  <a:lnTo>
                    <a:pt x="2748102" y="1504569"/>
                  </a:lnTo>
                  <a:lnTo>
                    <a:pt x="2757246" y="1504569"/>
                  </a:lnTo>
                  <a:lnTo>
                    <a:pt x="2757246" y="1583817"/>
                  </a:lnTo>
                  <a:lnTo>
                    <a:pt x="2766390" y="1583817"/>
                  </a:lnTo>
                  <a:lnTo>
                    <a:pt x="2766390" y="1760601"/>
                  </a:lnTo>
                  <a:lnTo>
                    <a:pt x="2757246" y="1760601"/>
                  </a:lnTo>
                  <a:lnTo>
                    <a:pt x="2748102" y="1760601"/>
                  </a:lnTo>
                  <a:lnTo>
                    <a:pt x="2748102" y="1769745"/>
                  </a:lnTo>
                  <a:lnTo>
                    <a:pt x="2757246" y="1769745"/>
                  </a:lnTo>
                  <a:lnTo>
                    <a:pt x="5882081" y="1769745"/>
                  </a:lnTo>
                  <a:lnTo>
                    <a:pt x="5891225" y="1769745"/>
                  </a:lnTo>
                  <a:lnTo>
                    <a:pt x="5891225" y="1760601"/>
                  </a:lnTo>
                  <a:lnTo>
                    <a:pt x="5882081" y="1760601"/>
                  </a:lnTo>
                  <a:lnTo>
                    <a:pt x="5872937" y="1760601"/>
                  </a:lnTo>
                  <a:lnTo>
                    <a:pt x="5872937" y="1583817"/>
                  </a:lnTo>
                  <a:lnTo>
                    <a:pt x="5882081" y="1583817"/>
                  </a:lnTo>
                  <a:lnTo>
                    <a:pt x="5882081" y="1504569"/>
                  </a:lnTo>
                  <a:lnTo>
                    <a:pt x="5891225" y="1504569"/>
                  </a:lnTo>
                  <a:lnTo>
                    <a:pt x="5891225" y="1495425"/>
                  </a:lnTo>
                  <a:close/>
                </a:path>
                <a:path w="5891530" h="2678429">
                  <a:moveTo>
                    <a:pt x="5891225" y="1189101"/>
                  </a:moveTo>
                  <a:lnTo>
                    <a:pt x="5882081" y="1189101"/>
                  </a:lnTo>
                  <a:lnTo>
                    <a:pt x="5882081" y="1187577"/>
                  </a:lnTo>
                  <a:lnTo>
                    <a:pt x="2757246" y="1187577"/>
                  </a:lnTo>
                  <a:lnTo>
                    <a:pt x="2757246" y="1189101"/>
                  </a:lnTo>
                  <a:lnTo>
                    <a:pt x="2748102" y="1189101"/>
                  </a:lnTo>
                  <a:lnTo>
                    <a:pt x="2748102" y="1198245"/>
                  </a:lnTo>
                  <a:lnTo>
                    <a:pt x="2757246" y="1198245"/>
                  </a:lnTo>
                  <a:lnTo>
                    <a:pt x="2757246" y="1275969"/>
                  </a:lnTo>
                  <a:lnTo>
                    <a:pt x="2766390" y="1275969"/>
                  </a:lnTo>
                  <a:lnTo>
                    <a:pt x="2766390" y="1452753"/>
                  </a:lnTo>
                  <a:lnTo>
                    <a:pt x="2748102" y="1452753"/>
                  </a:lnTo>
                  <a:lnTo>
                    <a:pt x="2748102" y="1461897"/>
                  </a:lnTo>
                  <a:lnTo>
                    <a:pt x="2757246" y="1461897"/>
                  </a:lnTo>
                  <a:lnTo>
                    <a:pt x="2757246" y="1463421"/>
                  </a:lnTo>
                  <a:lnTo>
                    <a:pt x="5882081" y="1463421"/>
                  </a:lnTo>
                  <a:lnTo>
                    <a:pt x="5882081" y="1461897"/>
                  </a:lnTo>
                  <a:lnTo>
                    <a:pt x="5891225" y="1461897"/>
                  </a:lnTo>
                  <a:lnTo>
                    <a:pt x="5891225" y="1452753"/>
                  </a:lnTo>
                  <a:lnTo>
                    <a:pt x="5872937" y="1452753"/>
                  </a:lnTo>
                  <a:lnTo>
                    <a:pt x="5872937" y="1275969"/>
                  </a:lnTo>
                  <a:lnTo>
                    <a:pt x="5882081" y="1275969"/>
                  </a:lnTo>
                  <a:lnTo>
                    <a:pt x="5882081" y="1198245"/>
                  </a:lnTo>
                  <a:lnTo>
                    <a:pt x="5891225" y="1198245"/>
                  </a:lnTo>
                  <a:lnTo>
                    <a:pt x="5891225" y="1189101"/>
                  </a:lnTo>
                  <a:close/>
                </a:path>
                <a:path w="5891530" h="2678429">
                  <a:moveTo>
                    <a:pt x="5891225" y="894969"/>
                  </a:moveTo>
                  <a:lnTo>
                    <a:pt x="5882081" y="894969"/>
                  </a:lnTo>
                  <a:lnTo>
                    <a:pt x="2757246" y="894969"/>
                  </a:lnTo>
                  <a:lnTo>
                    <a:pt x="2748102" y="894969"/>
                  </a:lnTo>
                  <a:lnTo>
                    <a:pt x="2748102" y="904113"/>
                  </a:lnTo>
                  <a:lnTo>
                    <a:pt x="2757246" y="904113"/>
                  </a:lnTo>
                  <a:lnTo>
                    <a:pt x="2757246" y="969645"/>
                  </a:lnTo>
                  <a:lnTo>
                    <a:pt x="2766390" y="969645"/>
                  </a:lnTo>
                  <a:lnTo>
                    <a:pt x="2766390" y="1146429"/>
                  </a:lnTo>
                  <a:lnTo>
                    <a:pt x="2757246" y="1146429"/>
                  </a:lnTo>
                  <a:lnTo>
                    <a:pt x="2748102" y="1146429"/>
                  </a:lnTo>
                  <a:lnTo>
                    <a:pt x="2748102" y="1155573"/>
                  </a:lnTo>
                  <a:lnTo>
                    <a:pt x="2757246" y="1155573"/>
                  </a:lnTo>
                  <a:lnTo>
                    <a:pt x="5882081" y="1155573"/>
                  </a:lnTo>
                  <a:lnTo>
                    <a:pt x="5891225" y="1155573"/>
                  </a:lnTo>
                  <a:lnTo>
                    <a:pt x="5891225" y="1146429"/>
                  </a:lnTo>
                  <a:lnTo>
                    <a:pt x="5882081" y="1146429"/>
                  </a:lnTo>
                  <a:lnTo>
                    <a:pt x="5872937" y="1146429"/>
                  </a:lnTo>
                  <a:lnTo>
                    <a:pt x="5872937" y="969645"/>
                  </a:lnTo>
                  <a:lnTo>
                    <a:pt x="5882081" y="969645"/>
                  </a:lnTo>
                  <a:lnTo>
                    <a:pt x="5882081" y="904113"/>
                  </a:lnTo>
                  <a:lnTo>
                    <a:pt x="5891225" y="904113"/>
                  </a:lnTo>
                  <a:lnTo>
                    <a:pt x="5891225" y="894969"/>
                  </a:lnTo>
                  <a:close/>
                </a:path>
                <a:path w="5891530" h="2678429">
                  <a:moveTo>
                    <a:pt x="5891225" y="588645"/>
                  </a:moveTo>
                  <a:lnTo>
                    <a:pt x="5882081" y="588645"/>
                  </a:lnTo>
                  <a:lnTo>
                    <a:pt x="5882081" y="587121"/>
                  </a:lnTo>
                  <a:lnTo>
                    <a:pt x="2757246" y="587121"/>
                  </a:lnTo>
                  <a:lnTo>
                    <a:pt x="2757246" y="588645"/>
                  </a:lnTo>
                  <a:lnTo>
                    <a:pt x="2748102" y="588645"/>
                  </a:lnTo>
                  <a:lnTo>
                    <a:pt x="2748102" y="597789"/>
                  </a:lnTo>
                  <a:lnTo>
                    <a:pt x="2757246" y="597789"/>
                  </a:lnTo>
                  <a:lnTo>
                    <a:pt x="2757246" y="675513"/>
                  </a:lnTo>
                  <a:lnTo>
                    <a:pt x="2766390" y="675513"/>
                  </a:lnTo>
                  <a:lnTo>
                    <a:pt x="2766390" y="852297"/>
                  </a:lnTo>
                  <a:lnTo>
                    <a:pt x="2757246" y="852297"/>
                  </a:lnTo>
                  <a:lnTo>
                    <a:pt x="2748102" y="852297"/>
                  </a:lnTo>
                  <a:lnTo>
                    <a:pt x="2748102" y="861441"/>
                  </a:lnTo>
                  <a:lnTo>
                    <a:pt x="2757246" y="861441"/>
                  </a:lnTo>
                  <a:lnTo>
                    <a:pt x="5882081" y="861441"/>
                  </a:lnTo>
                  <a:lnTo>
                    <a:pt x="5891225" y="861441"/>
                  </a:lnTo>
                  <a:lnTo>
                    <a:pt x="5891225" y="852297"/>
                  </a:lnTo>
                  <a:lnTo>
                    <a:pt x="5882081" y="852297"/>
                  </a:lnTo>
                  <a:lnTo>
                    <a:pt x="5872937" y="852297"/>
                  </a:lnTo>
                  <a:lnTo>
                    <a:pt x="5872937" y="675513"/>
                  </a:lnTo>
                  <a:lnTo>
                    <a:pt x="5882081" y="675513"/>
                  </a:lnTo>
                  <a:lnTo>
                    <a:pt x="5882081" y="597789"/>
                  </a:lnTo>
                  <a:lnTo>
                    <a:pt x="5891225" y="597789"/>
                  </a:lnTo>
                  <a:lnTo>
                    <a:pt x="5891225" y="588645"/>
                  </a:lnTo>
                  <a:close/>
                </a:path>
                <a:path w="5891530" h="2678429">
                  <a:moveTo>
                    <a:pt x="5891225" y="545973"/>
                  </a:moveTo>
                  <a:lnTo>
                    <a:pt x="5882081" y="545973"/>
                  </a:lnTo>
                  <a:lnTo>
                    <a:pt x="5872937" y="545973"/>
                  </a:lnTo>
                  <a:lnTo>
                    <a:pt x="5872937" y="367360"/>
                  </a:lnTo>
                  <a:lnTo>
                    <a:pt x="2766390" y="367360"/>
                  </a:lnTo>
                  <a:lnTo>
                    <a:pt x="2766390" y="545973"/>
                  </a:lnTo>
                  <a:lnTo>
                    <a:pt x="2757246" y="545973"/>
                  </a:lnTo>
                  <a:lnTo>
                    <a:pt x="2748102" y="545973"/>
                  </a:lnTo>
                  <a:lnTo>
                    <a:pt x="2748102" y="555117"/>
                  </a:lnTo>
                  <a:lnTo>
                    <a:pt x="2757246" y="555117"/>
                  </a:lnTo>
                  <a:lnTo>
                    <a:pt x="5882081" y="555117"/>
                  </a:lnTo>
                  <a:lnTo>
                    <a:pt x="5891225" y="555117"/>
                  </a:lnTo>
                  <a:lnTo>
                    <a:pt x="5891225" y="545973"/>
                  </a:lnTo>
                  <a:close/>
                </a:path>
                <a:path w="5891530" h="2678429">
                  <a:moveTo>
                    <a:pt x="5891225" y="280416"/>
                  </a:moveTo>
                  <a:lnTo>
                    <a:pt x="5882081" y="280416"/>
                  </a:lnTo>
                  <a:lnTo>
                    <a:pt x="5882081" y="278892"/>
                  </a:lnTo>
                  <a:lnTo>
                    <a:pt x="2757246" y="278892"/>
                  </a:lnTo>
                  <a:lnTo>
                    <a:pt x="2757246" y="280416"/>
                  </a:lnTo>
                  <a:lnTo>
                    <a:pt x="2748102" y="280416"/>
                  </a:lnTo>
                  <a:lnTo>
                    <a:pt x="2748102" y="289560"/>
                  </a:lnTo>
                  <a:lnTo>
                    <a:pt x="2757246" y="289560"/>
                  </a:lnTo>
                  <a:lnTo>
                    <a:pt x="2757246" y="367284"/>
                  </a:lnTo>
                  <a:lnTo>
                    <a:pt x="5882081" y="367284"/>
                  </a:lnTo>
                  <a:lnTo>
                    <a:pt x="5882081" y="289560"/>
                  </a:lnTo>
                  <a:lnTo>
                    <a:pt x="5891225" y="289560"/>
                  </a:lnTo>
                  <a:lnTo>
                    <a:pt x="5891225" y="280416"/>
                  </a:lnTo>
                  <a:close/>
                </a:path>
                <a:path w="5891530" h="2678429">
                  <a:moveTo>
                    <a:pt x="5891225" y="0"/>
                  </a:moveTo>
                  <a:lnTo>
                    <a:pt x="2748102" y="0"/>
                  </a:lnTo>
                  <a:lnTo>
                    <a:pt x="2748102" y="9144"/>
                  </a:lnTo>
                  <a:lnTo>
                    <a:pt x="2757246" y="9144"/>
                  </a:lnTo>
                  <a:lnTo>
                    <a:pt x="2757246" y="60960"/>
                  </a:lnTo>
                  <a:lnTo>
                    <a:pt x="2766390" y="60960"/>
                  </a:lnTo>
                  <a:lnTo>
                    <a:pt x="2766390" y="237744"/>
                  </a:lnTo>
                  <a:lnTo>
                    <a:pt x="2757246" y="237744"/>
                  </a:lnTo>
                  <a:lnTo>
                    <a:pt x="2748102" y="237744"/>
                  </a:lnTo>
                  <a:lnTo>
                    <a:pt x="2748102" y="246888"/>
                  </a:lnTo>
                  <a:lnTo>
                    <a:pt x="2757246" y="246888"/>
                  </a:lnTo>
                  <a:lnTo>
                    <a:pt x="5882081" y="246888"/>
                  </a:lnTo>
                  <a:lnTo>
                    <a:pt x="5891225" y="246888"/>
                  </a:lnTo>
                  <a:lnTo>
                    <a:pt x="5891225" y="237744"/>
                  </a:lnTo>
                  <a:lnTo>
                    <a:pt x="5882081" y="237744"/>
                  </a:lnTo>
                  <a:lnTo>
                    <a:pt x="5872937" y="237744"/>
                  </a:lnTo>
                  <a:lnTo>
                    <a:pt x="5872937" y="60960"/>
                  </a:lnTo>
                  <a:lnTo>
                    <a:pt x="5882081" y="60960"/>
                  </a:lnTo>
                  <a:lnTo>
                    <a:pt x="5882081" y="9144"/>
                  </a:lnTo>
                  <a:lnTo>
                    <a:pt x="5891225" y="9144"/>
                  </a:lnTo>
                  <a:lnTo>
                    <a:pt x="5891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96416" y="5304154"/>
              <a:ext cx="5900420" cy="1196975"/>
            </a:xfrm>
            <a:custGeom>
              <a:avLst/>
              <a:gdLst/>
              <a:ahLst/>
              <a:cxnLst/>
              <a:rect l="l" t="t" r="r" b="b"/>
              <a:pathLst>
                <a:path w="5900420" h="1196975">
                  <a:moveTo>
                    <a:pt x="1951050" y="1010666"/>
                  </a:moveTo>
                  <a:lnTo>
                    <a:pt x="1950974" y="922274"/>
                  </a:lnTo>
                  <a:lnTo>
                    <a:pt x="1941906" y="922274"/>
                  </a:lnTo>
                  <a:lnTo>
                    <a:pt x="1941906" y="1010666"/>
                  </a:lnTo>
                  <a:lnTo>
                    <a:pt x="1941906" y="1187450"/>
                  </a:lnTo>
                  <a:lnTo>
                    <a:pt x="1941830" y="1010666"/>
                  </a:lnTo>
                  <a:lnTo>
                    <a:pt x="1941906" y="922274"/>
                  </a:lnTo>
                  <a:lnTo>
                    <a:pt x="9144" y="922274"/>
                  </a:lnTo>
                  <a:lnTo>
                    <a:pt x="9144" y="1010666"/>
                  </a:lnTo>
                  <a:lnTo>
                    <a:pt x="18288" y="1010666"/>
                  </a:lnTo>
                  <a:lnTo>
                    <a:pt x="18288" y="1187450"/>
                  </a:lnTo>
                  <a:lnTo>
                    <a:pt x="9144" y="1187450"/>
                  </a:lnTo>
                  <a:lnTo>
                    <a:pt x="9144" y="1196594"/>
                  </a:lnTo>
                  <a:lnTo>
                    <a:pt x="1950974" y="1196594"/>
                  </a:lnTo>
                  <a:lnTo>
                    <a:pt x="1950974" y="1187450"/>
                  </a:lnTo>
                  <a:lnTo>
                    <a:pt x="1951050" y="1010666"/>
                  </a:lnTo>
                  <a:close/>
                </a:path>
                <a:path w="5900420" h="1196975">
                  <a:moveTo>
                    <a:pt x="1954022" y="629666"/>
                  </a:moveTo>
                  <a:lnTo>
                    <a:pt x="1950974" y="629666"/>
                  </a:lnTo>
                  <a:lnTo>
                    <a:pt x="1950974" y="628142"/>
                  </a:lnTo>
                  <a:lnTo>
                    <a:pt x="1941906" y="628142"/>
                  </a:lnTo>
                  <a:lnTo>
                    <a:pt x="1941906" y="702818"/>
                  </a:lnTo>
                  <a:lnTo>
                    <a:pt x="1941906" y="879602"/>
                  </a:lnTo>
                  <a:lnTo>
                    <a:pt x="1941830" y="702818"/>
                  </a:lnTo>
                  <a:lnTo>
                    <a:pt x="1941906" y="628142"/>
                  </a:lnTo>
                  <a:lnTo>
                    <a:pt x="9144" y="628142"/>
                  </a:lnTo>
                  <a:lnTo>
                    <a:pt x="9144" y="629666"/>
                  </a:lnTo>
                  <a:lnTo>
                    <a:pt x="0" y="629666"/>
                  </a:lnTo>
                  <a:lnTo>
                    <a:pt x="0" y="638810"/>
                  </a:lnTo>
                  <a:lnTo>
                    <a:pt x="9144" y="638810"/>
                  </a:lnTo>
                  <a:lnTo>
                    <a:pt x="9144" y="702818"/>
                  </a:lnTo>
                  <a:lnTo>
                    <a:pt x="18288" y="702818"/>
                  </a:lnTo>
                  <a:lnTo>
                    <a:pt x="18288" y="879602"/>
                  </a:lnTo>
                  <a:lnTo>
                    <a:pt x="9144" y="879602"/>
                  </a:lnTo>
                  <a:lnTo>
                    <a:pt x="0" y="879602"/>
                  </a:lnTo>
                  <a:lnTo>
                    <a:pt x="0" y="888746"/>
                  </a:lnTo>
                  <a:lnTo>
                    <a:pt x="9144" y="888746"/>
                  </a:lnTo>
                  <a:lnTo>
                    <a:pt x="1950974" y="888746"/>
                  </a:lnTo>
                  <a:lnTo>
                    <a:pt x="1954022" y="888746"/>
                  </a:lnTo>
                  <a:lnTo>
                    <a:pt x="1954022" y="879602"/>
                  </a:lnTo>
                  <a:lnTo>
                    <a:pt x="1951050" y="879602"/>
                  </a:lnTo>
                  <a:lnTo>
                    <a:pt x="1951050" y="702818"/>
                  </a:lnTo>
                  <a:lnTo>
                    <a:pt x="1950974" y="638810"/>
                  </a:lnTo>
                  <a:lnTo>
                    <a:pt x="1954022" y="638810"/>
                  </a:lnTo>
                  <a:lnTo>
                    <a:pt x="1954022" y="629666"/>
                  </a:lnTo>
                  <a:close/>
                </a:path>
                <a:path w="5900420" h="1196975">
                  <a:moveTo>
                    <a:pt x="1954022" y="321564"/>
                  </a:moveTo>
                  <a:lnTo>
                    <a:pt x="1950974" y="321564"/>
                  </a:lnTo>
                  <a:lnTo>
                    <a:pt x="1950974" y="320001"/>
                  </a:lnTo>
                  <a:lnTo>
                    <a:pt x="1941906" y="320001"/>
                  </a:lnTo>
                  <a:lnTo>
                    <a:pt x="1941906" y="408686"/>
                  </a:lnTo>
                  <a:lnTo>
                    <a:pt x="1941906" y="586994"/>
                  </a:lnTo>
                  <a:lnTo>
                    <a:pt x="1941830" y="408686"/>
                  </a:lnTo>
                  <a:lnTo>
                    <a:pt x="1941906" y="320001"/>
                  </a:lnTo>
                  <a:lnTo>
                    <a:pt x="9144" y="320001"/>
                  </a:lnTo>
                  <a:lnTo>
                    <a:pt x="9144" y="321564"/>
                  </a:lnTo>
                  <a:lnTo>
                    <a:pt x="0" y="321564"/>
                  </a:lnTo>
                  <a:lnTo>
                    <a:pt x="0" y="330708"/>
                  </a:lnTo>
                  <a:lnTo>
                    <a:pt x="9144" y="330708"/>
                  </a:lnTo>
                  <a:lnTo>
                    <a:pt x="9144" y="408686"/>
                  </a:lnTo>
                  <a:lnTo>
                    <a:pt x="18288" y="408686"/>
                  </a:lnTo>
                  <a:lnTo>
                    <a:pt x="18288" y="586994"/>
                  </a:lnTo>
                  <a:lnTo>
                    <a:pt x="9144" y="586994"/>
                  </a:lnTo>
                  <a:lnTo>
                    <a:pt x="0" y="586994"/>
                  </a:lnTo>
                  <a:lnTo>
                    <a:pt x="0" y="596138"/>
                  </a:lnTo>
                  <a:lnTo>
                    <a:pt x="9144" y="596138"/>
                  </a:lnTo>
                  <a:lnTo>
                    <a:pt x="1950974" y="596138"/>
                  </a:lnTo>
                  <a:lnTo>
                    <a:pt x="1954022" y="596138"/>
                  </a:lnTo>
                  <a:lnTo>
                    <a:pt x="1954022" y="586994"/>
                  </a:lnTo>
                  <a:lnTo>
                    <a:pt x="1951050" y="586994"/>
                  </a:lnTo>
                  <a:lnTo>
                    <a:pt x="1951050" y="408686"/>
                  </a:lnTo>
                  <a:lnTo>
                    <a:pt x="1950974" y="330708"/>
                  </a:lnTo>
                  <a:lnTo>
                    <a:pt x="1954022" y="330708"/>
                  </a:lnTo>
                  <a:lnTo>
                    <a:pt x="1954022" y="321564"/>
                  </a:lnTo>
                  <a:close/>
                </a:path>
                <a:path w="5900420" h="1196975">
                  <a:moveTo>
                    <a:pt x="1954022" y="278892"/>
                  </a:moveTo>
                  <a:lnTo>
                    <a:pt x="0" y="278892"/>
                  </a:lnTo>
                  <a:lnTo>
                    <a:pt x="0" y="288036"/>
                  </a:lnTo>
                  <a:lnTo>
                    <a:pt x="1954022" y="288036"/>
                  </a:lnTo>
                  <a:lnTo>
                    <a:pt x="1954022" y="278892"/>
                  </a:lnTo>
                  <a:close/>
                </a:path>
                <a:path w="5900420" h="1196975">
                  <a:moveTo>
                    <a:pt x="1964766" y="919238"/>
                  </a:moveTo>
                  <a:lnTo>
                    <a:pt x="1954098" y="919238"/>
                  </a:lnTo>
                  <a:lnTo>
                    <a:pt x="1954098" y="922274"/>
                  </a:lnTo>
                  <a:lnTo>
                    <a:pt x="1964766" y="922274"/>
                  </a:lnTo>
                  <a:lnTo>
                    <a:pt x="1964766" y="919238"/>
                  </a:lnTo>
                  <a:close/>
                </a:path>
                <a:path w="5900420" h="1196975">
                  <a:moveTo>
                    <a:pt x="1973910" y="888758"/>
                  </a:moveTo>
                  <a:lnTo>
                    <a:pt x="1964766" y="888758"/>
                  </a:lnTo>
                  <a:lnTo>
                    <a:pt x="1954098" y="888758"/>
                  </a:lnTo>
                  <a:lnTo>
                    <a:pt x="1954098" y="897890"/>
                  </a:lnTo>
                  <a:lnTo>
                    <a:pt x="1964766" y="897890"/>
                  </a:lnTo>
                  <a:lnTo>
                    <a:pt x="1973910" y="897890"/>
                  </a:lnTo>
                  <a:lnTo>
                    <a:pt x="1973910" y="888758"/>
                  </a:lnTo>
                  <a:close/>
                </a:path>
                <a:path w="5900420" h="1196975">
                  <a:moveTo>
                    <a:pt x="2734386" y="922274"/>
                  </a:moveTo>
                  <a:lnTo>
                    <a:pt x="1983054" y="922274"/>
                  </a:lnTo>
                  <a:lnTo>
                    <a:pt x="1983054" y="1010666"/>
                  </a:lnTo>
                  <a:lnTo>
                    <a:pt x="1983054" y="1187450"/>
                  </a:lnTo>
                  <a:lnTo>
                    <a:pt x="1983054" y="1196594"/>
                  </a:lnTo>
                  <a:lnTo>
                    <a:pt x="2734386" y="1196594"/>
                  </a:lnTo>
                  <a:lnTo>
                    <a:pt x="2734386" y="1187450"/>
                  </a:lnTo>
                  <a:lnTo>
                    <a:pt x="2725229" y="1187450"/>
                  </a:lnTo>
                  <a:lnTo>
                    <a:pt x="2725229" y="1010666"/>
                  </a:lnTo>
                  <a:lnTo>
                    <a:pt x="2734386" y="1010666"/>
                  </a:lnTo>
                  <a:lnTo>
                    <a:pt x="2734386" y="922274"/>
                  </a:lnTo>
                  <a:close/>
                </a:path>
                <a:path w="5900420" h="1196975">
                  <a:moveTo>
                    <a:pt x="2737434" y="629666"/>
                  </a:moveTo>
                  <a:lnTo>
                    <a:pt x="2734386" y="629666"/>
                  </a:lnTo>
                  <a:lnTo>
                    <a:pt x="2734386" y="628142"/>
                  </a:lnTo>
                  <a:lnTo>
                    <a:pt x="1983054" y="628142"/>
                  </a:lnTo>
                  <a:lnTo>
                    <a:pt x="1983054" y="629666"/>
                  </a:lnTo>
                  <a:lnTo>
                    <a:pt x="1983054" y="638810"/>
                  </a:lnTo>
                  <a:lnTo>
                    <a:pt x="1983054" y="702818"/>
                  </a:lnTo>
                  <a:lnTo>
                    <a:pt x="1983054" y="879602"/>
                  </a:lnTo>
                  <a:lnTo>
                    <a:pt x="1973910" y="879602"/>
                  </a:lnTo>
                  <a:lnTo>
                    <a:pt x="1973910" y="638810"/>
                  </a:lnTo>
                  <a:lnTo>
                    <a:pt x="1983054" y="638810"/>
                  </a:lnTo>
                  <a:lnTo>
                    <a:pt x="1983054" y="629666"/>
                  </a:lnTo>
                  <a:lnTo>
                    <a:pt x="1973910" y="629666"/>
                  </a:lnTo>
                  <a:lnTo>
                    <a:pt x="1973910" y="626630"/>
                  </a:lnTo>
                  <a:lnTo>
                    <a:pt x="1964766" y="626630"/>
                  </a:lnTo>
                  <a:lnTo>
                    <a:pt x="1954098" y="626630"/>
                  </a:lnTo>
                  <a:lnTo>
                    <a:pt x="1954098" y="629666"/>
                  </a:lnTo>
                  <a:lnTo>
                    <a:pt x="1954098" y="888746"/>
                  </a:lnTo>
                  <a:lnTo>
                    <a:pt x="2737434" y="888746"/>
                  </a:lnTo>
                  <a:lnTo>
                    <a:pt x="2737434" y="879602"/>
                  </a:lnTo>
                  <a:lnTo>
                    <a:pt x="2734386" y="879602"/>
                  </a:lnTo>
                  <a:lnTo>
                    <a:pt x="2725229" y="879602"/>
                  </a:lnTo>
                  <a:lnTo>
                    <a:pt x="2725229" y="702818"/>
                  </a:lnTo>
                  <a:lnTo>
                    <a:pt x="2734386" y="702818"/>
                  </a:lnTo>
                  <a:lnTo>
                    <a:pt x="2734386" y="638810"/>
                  </a:lnTo>
                  <a:lnTo>
                    <a:pt x="2737434" y="638810"/>
                  </a:lnTo>
                  <a:lnTo>
                    <a:pt x="2737434" y="629666"/>
                  </a:lnTo>
                  <a:close/>
                </a:path>
                <a:path w="5900420" h="1196975">
                  <a:moveTo>
                    <a:pt x="2737434" y="278892"/>
                  </a:moveTo>
                  <a:lnTo>
                    <a:pt x="2734386" y="278892"/>
                  </a:lnTo>
                  <a:lnTo>
                    <a:pt x="2734386" y="102108"/>
                  </a:lnTo>
                  <a:lnTo>
                    <a:pt x="2725242" y="102108"/>
                  </a:lnTo>
                  <a:lnTo>
                    <a:pt x="2725242" y="278892"/>
                  </a:lnTo>
                  <a:lnTo>
                    <a:pt x="2725229" y="102108"/>
                  </a:lnTo>
                  <a:lnTo>
                    <a:pt x="1992198" y="102108"/>
                  </a:lnTo>
                  <a:lnTo>
                    <a:pt x="1992198" y="278892"/>
                  </a:lnTo>
                  <a:lnTo>
                    <a:pt x="1983054" y="278892"/>
                  </a:lnTo>
                  <a:lnTo>
                    <a:pt x="1973910" y="278892"/>
                  </a:lnTo>
                  <a:lnTo>
                    <a:pt x="1973910" y="288036"/>
                  </a:lnTo>
                  <a:lnTo>
                    <a:pt x="1983054" y="288036"/>
                  </a:lnTo>
                  <a:lnTo>
                    <a:pt x="2734386" y="288036"/>
                  </a:lnTo>
                  <a:lnTo>
                    <a:pt x="2737434" y="288036"/>
                  </a:lnTo>
                  <a:lnTo>
                    <a:pt x="2737434" y="278892"/>
                  </a:lnTo>
                  <a:close/>
                </a:path>
                <a:path w="5900420" h="1196975">
                  <a:moveTo>
                    <a:pt x="2737434" y="13716"/>
                  </a:moveTo>
                  <a:lnTo>
                    <a:pt x="1973910" y="13716"/>
                  </a:lnTo>
                  <a:lnTo>
                    <a:pt x="1973910" y="22860"/>
                  </a:lnTo>
                  <a:lnTo>
                    <a:pt x="2737434" y="22860"/>
                  </a:lnTo>
                  <a:lnTo>
                    <a:pt x="2737434" y="13716"/>
                  </a:lnTo>
                  <a:close/>
                </a:path>
                <a:path w="5900420" h="1196975">
                  <a:moveTo>
                    <a:pt x="2746578" y="0"/>
                  </a:moveTo>
                  <a:lnTo>
                    <a:pt x="1964766" y="0"/>
                  </a:lnTo>
                  <a:lnTo>
                    <a:pt x="1964766" y="10668"/>
                  </a:lnTo>
                  <a:lnTo>
                    <a:pt x="2746578" y="10668"/>
                  </a:lnTo>
                  <a:lnTo>
                    <a:pt x="2746578" y="0"/>
                  </a:lnTo>
                  <a:close/>
                </a:path>
                <a:path w="5900420" h="1196975">
                  <a:moveTo>
                    <a:pt x="5900369" y="321564"/>
                  </a:moveTo>
                  <a:lnTo>
                    <a:pt x="5891225" y="321564"/>
                  </a:lnTo>
                  <a:lnTo>
                    <a:pt x="5891225" y="320001"/>
                  </a:lnTo>
                  <a:lnTo>
                    <a:pt x="2766390" y="320001"/>
                  </a:lnTo>
                  <a:lnTo>
                    <a:pt x="2766390" y="321564"/>
                  </a:lnTo>
                  <a:lnTo>
                    <a:pt x="2766390" y="330708"/>
                  </a:lnTo>
                  <a:lnTo>
                    <a:pt x="2766390" y="408686"/>
                  </a:lnTo>
                  <a:lnTo>
                    <a:pt x="2766390" y="586994"/>
                  </a:lnTo>
                  <a:lnTo>
                    <a:pt x="2757246" y="586994"/>
                  </a:lnTo>
                  <a:lnTo>
                    <a:pt x="2757246" y="330708"/>
                  </a:lnTo>
                  <a:lnTo>
                    <a:pt x="2766390" y="330708"/>
                  </a:lnTo>
                  <a:lnTo>
                    <a:pt x="2766390" y="321564"/>
                  </a:lnTo>
                  <a:lnTo>
                    <a:pt x="2757246" y="321564"/>
                  </a:lnTo>
                  <a:lnTo>
                    <a:pt x="2757246" y="318516"/>
                  </a:lnTo>
                  <a:lnTo>
                    <a:pt x="2746578" y="318516"/>
                  </a:lnTo>
                  <a:lnTo>
                    <a:pt x="2737434" y="318516"/>
                  </a:lnTo>
                  <a:lnTo>
                    <a:pt x="2737434" y="321513"/>
                  </a:lnTo>
                  <a:lnTo>
                    <a:pt x="2737434" y="330708"/>
                  </a:lnTo>
                  <a:lnTo>
                    <a:pt x="2737434" y="586994"/>
                  </a:lnTo>
                  <a:lnTo>
                    <a:pt x="2734386" y="586994"/>
                  </a:lnTo>
                  <a:lnTo>
                    <a:pt x="2734386" y="408686"/>
                  </a:lnTo>
                  <a:lnTo>
                    <a:pt x="2734386" y="330708"/>
                  </a:lnTo>
                  <a:lnTo>
                    <a:pt x="2737434" y="330708"/>
                  </a:lnTo>
                  <a:lnTo>
                    <a:pt x="2737434" y="321564"/>
                  </a:lnTo>
                  <a:lnTo>
                    <a:pt x="2734386" y="321564"/>
                  </a:lnTo>
                  <a:lnTo>
                    <a:pt x="2734386" y="320001"/>
                  </a:lnTo>
                  <a:lnTo>
                    <a:pt x="2725242" y="320001"/>
                  </a:lnTo>
                  <a:lnTo>
                    <a:pt x="2725242" y="408686"/>
                  </a:lnTo>
                  <a:lnTo>
                    <a:pt x="2725242" y="586994"/>
                  </a:lnTo>
                  <a:lnTo>
                    <a:pt x="2725229" y="408686"/>
                  </a:lnTo>
                  <a:lnTo>
                    <a:pt x="2725242" y="320001"/>
                  </a:lnTo>
                  <a:lnTo>
                    <a:pt x="1983054" y="320001"/>
                  </a:lnTo>
                  <a:lnTo>
                    <a:pt x="1983054" y="321564"/>
                  </a:lnTo>
                  <a:lnTo>
                    <a:pt x="1983054" y="330708"/>
                  </a:lnTo>
                  <a:lnTo>
                    <a:pt x="1983054" y="408686"/>
                  </a:lnTo>
                  <a:lnTo>
                    <a:pt x="1983054" y="586994"/>
                  </a:lnTo>
                  <a:lnTo>
                    <a:pt x="1973910" y="586994"/>
                  </a:lnTo>
                  <a:lnTo>
                    <a:pt x="1973910" y="330708"/>
                  </a:lnTo>
                  <a:lnTo>
                    <a:pt x="1983054" y="330708"/>
                  </a:lnTo>
                  <a:lnTo>
                    <a:pt x="1983054" y="321564"/>
                  </a:lnTo>
                  <a:lnTo>
                    <a:pt x="1973910" y="321564"/>
                  </a:lnTo>
                  <a:lnTo>
                    <a:pt x="1973910" y="318516"/>
                  </a:lnTo>
                  <a:lnTo>
                    <a:pt x="1964766" y="318516"/>
                  </a:lnTo>
                  <a:lnTo>
                    <a:pt x="1954098" y="318516"/>
                  </a:lnTo>
                  <a:lnTo>
                    <a:pt x="1954098" y="321513"/>
                  </a:lnTo>
                  <a:lnTo>
                    <a:pt x="1954098" y="596138"/>
                  </a:lnTo>
                  <a:lnTo>
                    <a:pt x="1954098" y="605282"/>
                  </a:lnTo>
                  <a:lnTo>
                    <a:pt x="1964766" y="605282"/>
                  </a:lnTo>
                  <a:lnTo>
                    <a:pt x="1973910" y="605282"/>
                  </a:lnTo>
                  <a:lnTo>
                    <a:pt x="1973910" y="596138"/>
                  </a:lnTo>
                  <a:lnTo>
                    <a:pt x="1983054" y="596138"/>
                  </a:lnTo>
                  <a:lnTo>
                    <a:pt x="2734386" y="596138"/>
                  </a:lnTo>
                  <a:lnTo>
                    <a:pt x="2737434" y="596138"/>
                  </a:lnTo>
                  <a:lnTo>
                    <a:pt x="2737434" y="605282"/>
                  </a:lnTo>
                  <a:lnTo>
                    <a:pt x="2746578" y="605282"/>
                  </a:lnTo>
                  <a:lnTo>
                    <a:pt x="2757246" y="605282"/>
                  </a:lnTo>
                  <a:lnTo>
                    <a:pt x="2757246" y="596138"/>
                  </a:lnTo>
                  <a:lnTo>
                    <a:pt x="2766390" y="596138"/>
                  </a:lnTo>
                  <a:lnTo>
                    <a:pt x="5891225" y="596138"/>
                  </a:lnTo>
                  <a:lnTo>
                    <a:pt x="5900369" y="596138"/>
                  </a:lnTo>
                  <a:lnTo>
                    <a:pt x="5900369" y="586994"/>
                  </a:lnTo>
                  <a:lnTo>
                    <a:pt x="5891225" y="586994"/>
                  </a:lnTo>
                  <a:lnTo>
                    <a:pt x="5882081" y="586994"/>
                  </a:lnTo>
                  <a:lnTo>
                    <a:pt x="5882081" y="408686"/>
                  </a:lnTo>
                  <a:lnTo>
                    <a:pt x="5891225" y="408686"/>
                  </a:lnTo>
                  <a:lnTo>
                    <a:pt x="5891225" y="330708"/>
                  </a:lnTo>
                  <a:lnTo>
                    <a:pt x="5900369" y="330708"/>
                  </a:lnTo>
                  <a:lnTo>
                    <a:pt x="5900369" y="321564"/>
                  </a:lnTo>
                  <a:close/>
                </a:path>
                <a:path w="5900420" h="1196975">
                  <a:moveTo>
                    <a:pt x="5900369" y="13716"/>
                  </a:moveTo>
                  <a:lnTo>
                    <a:pt x="5891225" y="13716"/>
                  </a:lnTo>
                  <a:lnTo>
                    <a:pt x="2766390" y="13716"/>
                  </a:lnTo>
                  <a:lnTo>
                    <a:pt x="2757246" y="13716"/>
                  </a:lnTo>
                  <a:lnTo>
                    <a:pt x="2757246" y="22860"/>
                  </a:lnTo>
                  <a:lnTo>
                    <a:pt x="2766390" y="22860"/>
                  </a:lnTo>
                  <a:lnTo>
                    <a:pt x="2766390" y="102108"/>
                  </a:lnTo>
                  <a:lnTo>
                    <a:pt x="2766390" y="278892"/>
                  </a:lnTo>
                  <a:lnTo>
                    <a:pt x="2757246" y="278892"/>
                  </a:lnTo>
                  <a:lnTo>
                    <a:pt x="2757246" y="288036"/>
                  </a:lnTo>
                  <a:lnTo>
                    <a:pt x="2766390" y="288036"/>
                  </a:lnTo>
                  <a:lnTo>
                    <a:pt x="5891225" y="288036"/>
                  </a:lnTo>
                  <a:lnTo>
                    <a:pt x="5900369" y="288036"/>
                  </a:lnTo>
                  <a:lnTo>
                    <a:pt x="5900369" y="278892"/>
                  </a:lnTo>
                  <a:lnTo>
                    <a:pt x="5891225" y="278892"/>
                  </a:lnTo>
                  <a:lnTo>
                    <a:pt x="5882081" y="278892"/>
                  </a:lnTo>
                  <a:lnTo>
                    <a:pt x="5882081" y="102108"/>
                  </a:lnTo>
                  <a:lnTo>
                    <a:pt x="5891225" y="102108"/>
                  </a:lnTo>
                  <a:lnTo>
                    <a:pt x="5891225" y="22860"/>
                  </a:lnTo>
                  <a:lnTo>
                    <a:pt x="5900369" y="22860"/>
                  </a:lnTo>
                  <a:lnTo>
                    <a:pt x="5900369" y="137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96416" y="6223393"/>
              <a:ext cx="2737485" cy="1713864"/>
            </a:xfrm>
            <a:custGeom>
              <a:avLst/>
              <a:gdLst/>
              <a:ahLst/>
              <a:cxnLst/>
              <a:rect l="l" t="t" r="r" b="b"/>
              <a:pathLst>
                <a:path w="2737485" h="1713865">
                  <a:moveTo>
                    <a:pt x="1941830" y="1534744"/>
                  </a:moveTo>
                  <a:lnTo>
                    <a:pt x="18288" y="1534744"/>
                  </a:lnTo>
                  <a:lnTo>
                    <a:pt x="18288" y="1713344"/>
                  </a:lnTo>
                  <a:lnTo>
                    <a:pt x="1941830" y="1713344"/>
                  </a:lnTo>
                  <a:lnTo>
                    <a:pt x="1941830" y="1534744"/>
                  </a:lnTo>
                  <a:close/>
                </a:path>
                <a:path w="2737485" h="1713865">
                  <a:moveTo>
                    <a:pt x="1954022" y="1219187"/>
                  </a:moveTo>
                  <a:lnTo>
                    <a:pt x="1950974" y="1219187"/>
                  </a:lnTo>
                  <a:lnTo>
                    <a:pt x="1950974" y="1217663"/>
                  </a:lnTo>
                  <a:lnTo>
                    <a:pt x="9144" y="1217663"/>
                  </a:lnTo>
                  <a:lnTo>
                    <a:pt x="9144" y="1219187"/>
                  </a:lnTo>
                  <a:lnTo>
                    <a:pt x="0" y="1219187"/>
                  </a:lnTo>
                  <a:lnTo>
                    <a:pt x="0" y="1228331"/>
                  </a:lnTo>
                  <a:lnTo>
                    <a:pt x="9144" y="1228331"/>
                  </a:lnTo>
                  <a:lnTo>
                    <a:pt x="9144" y="1534655"/>
                  </a:lnTo>
                  <a:lnTo>
                    <a:pt x="1950974" y="1534655"/>
                  </a:lnTo>
                  <a:lnTo>
                    <a:pt x="1950974" y="1228331"/>
                  </a:lnTo>
                  <a:lnTo>
                    <a:pt x="1954022" y="1228331"/>
                  </a:lnTo>
                  <a:lnTo>
                    <a:pt x="1954022" y="1219187"/>
                  </a:lnTo>
                  <a:close/>
                </a:path>
                <a:path w="2737485" h="1713865">
                  <a:moveTo>
                    <a:pt x="1954022" y="911339"/>
                  </a:moveTo>
                  <a:lnTo>
                    <a:pt x="1950974" y="911339"/>
                  </a:lnTo>
                  <a:lnTo>
                    <a:pt x="1950974" y="909815"/>
                  </a:lnTo>
                  <a:lnTo>
                    <a:pt x="9144" y="909815"/>
                  </a:lnTo>
                  <a:lnTo>
                    <a:pt x="9144" y="911339"/>
                  </a:lnTo>
                  <a:lnTo>
                    <a:pt x="0" y="911339"/>
                  </a:lnTo>
                  <a:lnTo>
                    <a:pt x="0" y="920483"/>
                  </a:lnTo>
                  <a:lnTo>
                    <a:pt x="9144" y="920483"/>
                  </a:lnTo>
                  <a:lnTo>
                    <a:pt x="9144" y="998207"/>
                  </a:lnTo>
                  <a:lnTo>
                    <a:pt x="18288" y="998207"/>
                  </a:lnTo>
                  <a:lnTo>
                    <a:pt x="18288" y="1176515"/>
                  </a:lnTo>
                  <a:lnTo>
                    <a:pt x="9144" y="1176515"/>
                  </a:lnTo>
                  <a:lnTo>
                    <a:pt x="0" y="1176515"/>
                  </a:lnTo>
                  <a:lnTo>
                    <a:pt x="0" y="1185672"/>
                  </a:lnTo>
                  <a:lnTo>
                    <a:pt x="9144" y="1185672"/>
                  </a:lnTo>
                  <a:lnTo>
                    <a:pt x="1950974" y="1185672"/>
                  </a:lnTo>
                  <a:lnTo>
                    <a:pt x="1954022" y="1185672"/>
                  </a:lnTo>
                  <a:lnTo>
                    <a:pt x="1954022" y="1176515"/>
                  </a:lnTo>
                  <a:lnTo>
                    <a:pt x="1950974" y="1176515"/>
                  </a:lnTo>
                  <a:lnTo>
                    <a:pt x="1941830" y="1176515"/>
                  </a:lnTo>
                  <a:lnTo>
                    <a:pt x="1941830" y="998207"/>
                  </a:lnTo>
                  <a:lnTo>
                    <a:pt x="1950974" y="998207"/>
                  </a:lnTo>
                  <a:lnTo>
                    <a:pt x="1950974" y="920483"/>
                  </a:lnTo>
                  <a:lnTo>
                    <a:pt x="1954022" y="920483"/>
                  </a:lnTo>
                  <a:lnTo>
                    <a:pt x="1954022" y="911339"/>
                  </a:lnTo>
                  <a:close/>
                </a:path>
                <a:path w="2737485" h="1713865">
                  <a:moveTo>
                    <a:pt x="1954022" y="868680"/>
                  </a:moveTo>
                  <a:lnTo>
                    <a:pt x="1950974" y="868680"/>
                  </a:lnTo>
                  <a:lnTo>
                    <a:pt x="9144" y="868680"/>
                  </a:lnTo>
                  <a:lnTo>
                    <a:pt x="0" y="868680"/>
                  </a:lnTo>
                  <a:lnTo>
                    <a:pt x="0" y="877811"/>
                  </a:lnTo>
                  <a:lnTo>
                    <a:pt x="9144" y="877811"/>
                  </a:lnTo>
                  <a:lnTo>
                    <a:pt x="1950974" y="877811"/>
                  </a:lnTo>
                  <a:lnTo>
                    <a:pt x="1954022" y="877811"/>
                  </a:lnTo>
                  <a:lnTo>
                    <a:pt x="1954022" y="868680"/>
                  </a:lnTo>
                  <a:close/>
                </a:path>
                <a:path w="2737485" h="1713865">
                  <a:moveTo>
                    <a:pt x="1954022" y="617220"/>
                  </a:moveTo>
                  <a:lnTo>
                    <a:pt x="1950974" y="617220"/>
                  </a:lnTo>
                  <a:lnTo>
                    <a:pt x="9144" y="617207"/>
                  </a:lnTo>
                  <a:lnTo>
                    <a:pt x="0" y="617220"/>
                  </a:lnTo>
                  <a:lnTo>
                    <a:pt x="0" y="626351"/>
                  </a:lnTo>
                  <a:lnTo>
                    <a:pt x="9144" y="626351"/>
                  </a:lnTo>
                  <a:lnTo>
                    <a:pt x="9144" y="691883"/>
                  </a:lnTo>
                  <a:lnTo>
                    <a:pt x="18288" y="691883"/>
                  </a:lnTo>
                  <a:lnTo>
                    <a:pt x="18288" y="868667"/>
                  </a:lnTo>
                  <a:lnTo>
                    <a:pt x="1941830" y="868667"/>
                  </a:lnTo>
                  <a:lnTo>
                    <a:pt x="1941830" y="691883"/>
                  </a:lnTo>
                  <a:lnTo>
                    <a:pt x="1950974" y="691883"/>
                  </a:lnTo>
                  <a:lnTo>
                    <a:pt x="1950974" y="626351"/>
                  </a:lnTo>
                  <a:lnTo>
                    <a:pt x="1954022" y="626351"/>
                  </a:lnTo>
                  <a:lnTo>
                    <a:pt x="1954022" y="617220"/>
                  </a:lnTo>
                  <a:close/>
                </a:path>
                <a:path w="2737485" h="1713865">
                  <a:moveTo>
                    <a:pt x="1954022" y="310896"/>
                  </a:moveTo>
                  <a:lnTo>
                    <a:pt x="1950974" y="310896"/>
                  </a:lnTo>
                  <a:lnTo>
                    <a:pt x="1950974" y="309359"/>
                  </a:lnTo>
                  <a:lnTo>
                    <a:pt x="1941906" y="309359"/>
                  </a:lnTo>
                  <a:lnTo>
                    <a:pt x="1941906" y="397751"/>
                  </a:lnTo>
                  <a:lnTo>
                    <a:pt x="1941906" y="574548"/>
                  </a:lnTo>
                  <a:lnTo>
                    <a:pt x="1941830" y="397751"/>
                  </a:lnTo>
                  <a:lnTo>
                    <a:pt x="1941906" y="309359"/>
                  </a:lnTo>
                  <a:lnTo>
                    <a:pt x="9144" y="309359"/>
                  </a:lnTo>
                  <a:lnTo>
                    <a:pt x="9144" y="310896"/>
                  </a:lnTo>
                  <a:lnTo>
                    <a:pt x="0" y="310896"/>
                  </a:lnTo>
                  <a:lnTo>
                    <a:pt x="0" y="320027"/>
                  </a:lnTo>
                  <a:lnTo>
                    <a:pt x="9144" y="320027"/>
                  </a:lnTo>
                  <a:lnTo>
                    <a:pt x="9144" y="397751"/>
                  </a:lnTo>
                  <a:lnTo>
                    <a:pt x="18288" y="397751"/>
                  </a:lnTo>
                  <a:lnTo>
                    <a:pt x="18288" y="574548"/>
                  </a:lnTo>
                  <a:lnTo>
                    <a:pt x="0" y="574548"/>
                  </a:lnTo>
                  <a:lnTo>
                    <a:pt x="0" y="583679"/>
                  </a:lnTo>
                  <a:lnTo>
                    <a:pt x="9144" y="583679"/>
                  </a:lnTo>
                  <a:lnTo>
                    <a:pt x="9144" y="585203"/>
                  </a:lnTo>
                  <a:lnTo>
                    <a:pt x="1950974" y="585203"/>
                  </a:lnTo>
                  <a:lnTo>
                    <a:pt x="1950974" y="583679"/>
                  </a:lnTo>
                  <a:lnTo>
                    <a:pt x="1954022" y="583679"/>
                  </a:lnTo>
                  <a:lnTo>
                    <a:pt x="1954022" y="574548"/>
                  </a:lnTo>
                  <a:lnTo>
                    <a:pt x="1951050" y="574548"/>
                  </a:lnTo>
                  <a:lnTo>
                    <a:pt x="1951050" y="397751"/>
                  </a:lnTo>
                  <a:lnTo>
                    <a:pt x="1950974" y="320027"/>
                  </a:lnTo>
                  <a:lnTo>
                    <a:pt x="1954022" y="320027"/>
                  </a:lnTo>
                  <a:lnTo>
                    <a:pt x="1954022" y="310896"/>
                  </a:lnTo>
                  <a:close/>
                </a:path>
                <a:path w="2737485" h="1713865">
                  <a:moveTo>
                    <a:pt x="1954022" y="268211"/>
                  </a:moveTo>
                  <a:lnTo>
                    <a:pt x="0" y="268211"/>
                  </a:lnTo>
                  <a:lnTo>
                    <a:pt x="0" y="277355"/>
                  </a:lnTo>
                  <a:lnTo>
                    <a:pt x="1954022" y="277355"/>
                  </a:lnTo>
                  <a:lnTo>
                    <a:pt x="1954022" y="268211"/>
                  </a:lnTo>
                  <a:close/>
                </a:path>
                <a:path w="2737485" h="1713865">
                  <a:moveTo>
                    <a:pt x="1954022" y="3035"/>
                  </a:moveTo>
                  <a:lnTo>
                    <a:pt x="0" y="3035"/>
                  </a:lnTo>
                  <a:lnTo>
                    <a:pt x="0" y="12179"/>
                  </a:lnTo>
                  <a:lnTo>
                    <a:pt x="1954022" y="12179"/>
                  </a:lnTo>
                  <a:lnTo>
                    <a:pt x="1954022" y="3035"/>
                  </a:lnTo>
                  <a:close/>
                </a:path>
                <a:path w="2737485" h="1713865">
                  <a:moveTo>
                    <a:pt x="1973910" y="307848"/>
                  </a:moveTo>
                  <a:lnTo>
                    <a:pt x="1964766" y="307848"/>
                  </a:lnTo>
                  <a:lnTo>
                    <a:pt x="1954098" y="307848"/>
                  </a:lnTo>
                  <a:lnTo>
                    <a:pt x="1954098" y="310883"/>
                  </a:lnTo>
                  <a:lnTo>
                    <a:pt x="1954098" y="583679"/>
                  </a:lnTo>
                  <a:lnTo>
                    <a:pt x="1964766" y="583679"/>
                  </a:lnTo>
                  <a:lnTo>
                    <a:pt x="1973910" y="583679"/>
                  </a:lnTo>
                  <a:lnTo>
                    <a:pt x="1973910" y="310883"/>
                  </a:lnTo>
                  <a:lnTo>
                    <a:pt x="1973910" y="307848"/>
                  </a:lnTo>
                  <a:close/>
                </a:path>
                <a:path w="2737485" h="1713865">
                  <a:moveTo>
                    <a:pt x="1973910" y="277368"/>
                  </a:moveTo>
                  <a:lnTo>
                    <a:pt x="1964766" y="277368"/>
                  </a:lnTo>
                  <a:lnTo>
                    <a:pt x="1954098" y="277368"/>
                  </a:lnTo>
                  <a:lnTo>
                    <a:pt x="1954098" y="286499"/>
                  </a:lnTo>
                  <a:lnTo>
                    <a:pt x="1964766" y="286499"/>
                  </a:lnTo>
                  <a:lnTo>
                    <a:pt x="1973910" y="286499"/>
                  </a:lnTo>
                  <a:lnTo>
                    <a:pt x="1973910" y="277368"/>
                  </a:lnTo>
                  <a:close/>
                </a:path>
                <a:path w="2737485" h="1713865">
                  <a:moveTo>
                    <a:pt x="2737434" y="3035"/>
                  </a:moveTo>
                  <a:lnTo>
                    <a:pt x="1973910" y="3035"/>
                  </a:lnTo>
                  <a:lnTo>
                    <a:pt x="1973910" y="0"/>
                  </a:lnTo>
                  <a:lnTo>
                    <a:pt x="1964766" y="0"/>
                  </a:lnTo>
                  <a:lnTo>
                    <a:pt x="1954098" y="0"/>
                  </a:lnTo>
                  <a:lnTo>
                    <a:pt x="1954098" y="3035"/>
                  </a:lnTo>
                  <a:lnTo>
                    <a:pt x="1954098" y="277355"/>
                  </a:lnTo>
                  <a:lnTo>
                    <a:pt x="1964766" y="277355"/>
                  </a:lnTo>
                  <a:lnTo>
                    <a:pt x="1973910" y="277355"/>
                  </a:lnTo>
                  <a:lnTo>
                    <a:pt x="2737434" y="277355"/>
                  </a:lnTo>
                  <a:lnTo>
                    <a:pt x="2737434" y="268211"/>
                  </a:lnTo>
                  <a:lnTo>
                    <a:pt x="1973910" y="268211"/>
                  </a:lnTo>
                  <a:lnTo>
                    <a:pt x="1973910" y="12179"/>
                  </a:lnTo>
                  <a:lnTo>
                    <a:pt x="2737434" y="12179"/>
                  </a:lnTo>
                  <a:lnTo>
                    <a:pt x="2737434" y="30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2191257"/>
            <a:ext cx="91884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Dispute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5748" y="2623819"/>
          <a:ext cx="5876290" cy="4838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325"/>
                <a:gridCol w="791844"/>
                <a:gridCol w="2851150"/>
              </a:tblGrid>
              <a:tr h="233934">
                <a:tc>
                  <a:txBody>
                    <a:bodyPr/>
                    <a:lstStyle/>
                    <a:p>
                      <a:pPr marL="6686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identifier for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each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identifier for 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dispute_ref_client_u_id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406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331470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Reference to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dispute_ref_creditor_u_id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4064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187960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creditor associated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3317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dispute_ref_dispute_reason_u_id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Reference to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reason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dispute_instruction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longtext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Instructions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details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regarding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dispute_status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 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(0=Delete,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1=Active).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(default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'NEGATIVE').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new_dispute_ref_dispute_reason_u_id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Reference to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new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reason.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7076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dispute_instruction_u_id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identifier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instruction.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85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6194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6194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61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created_date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when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was created.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updatedBy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varchar(100)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who last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updated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707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teamId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2857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Team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3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is_client_dispute_item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4064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121285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 of</a:t>
                      </a:r>
                      <a:r>
                        <a:rPr dirty="0" sz="1050" spc="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item belongs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dispute_category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Category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dispute.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1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linked_account_dispute_u_id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4064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29209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identifier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linked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account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related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26459" y="2882137"/>
            <a:ext cx="2802255" cy="177165"/>
          </a:xfrm>
          <a:custGeom>
            <a:avLst/>
            <a:gdLst/>
            <a:ahLst/>
            <a:cxnLst/>
            <a:rect l="l" t="t" r="r" b="b"/>
            <a:pathLst>
              <a:path w="2802254" h="177164">
                <a:moveTo>
                  <a:pt x="2801746" y="0"/>
                </a:moveTo>
                <a:lnTo>
                  <a:pt x="0" y="0"/>
                </a:lnTo>
                <a:lnTo>
                  <a:pt x="0" y="176783"/>
                </a:lnTo>
                <a:lnTo>
                  <a:pt x="2801746" y="176783"/>
                </a:lnTo>
                <a:lnTo>
                  <a:pt x="28017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26459" y="3110737"/>
            <a:ext cx="2802255" cy="177165"/>
          </a:xfrm>
          <a:custGeom>
            <a:avLst/>
            <a:gdLst/>
            <a:ahLst/>
            <a:cxnLst/>
            <a:rect l="l" t="t" r="r" b="b"/>
            <a:pathLst>
              <a:path w="2802254" h="177164">
                <a:moveTo>
                  <a:pt x="2801746" y="0"/>
                </a:moveTo>
                <a:lnTo>
                  <a:pt x="0" y="0"/>
                </a:lnTo>
                <a:lnTo>
                  <a:pt x="0" y="176783"/>
                </a:lnTo>
                <a:lnTo>
                  <a:pt x="2801746" y="176783"/>
                </a:lnTo>
                <a:lnTo>
                  <a:pt x="28017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26459" y="3339426"/>
            <a:ext cx="2802255" cy="354330"/>
          </a:xfrm>
          <a:custGeom>
            <a:avLst/>
            <a:gdLst/>
            <a:ahLst/>
            <a:cxnLst/>
            <a:rect l="l" t="t" r="r" b="b"/>
            <a:pathLst>
              <a:path w="2802254" h="354329">
                <a:moveTo>
                  <a:pt x="2801747" y="0"/>
                </a:moveTo>
                <a:lnTo>
                  <a:pt x="0" y="0"/>
                </a:lnTo>
                <a:lnTo>
                  <a:pt x="0" y="177076"/>
                </a:lnTo>
                <a:lnTo>
                  <a:pt x="0" y="353860"/>
                </a:lnTo>
                <a:lnTo>
                  <a:pt x="2801747" y="353860"/>
                </a:lnTo>
                <a:lnTo>
                  <a:pt x="2801747" y="177076"/>
                </a:lnTo>
                <a:lnTo>
                  <a:pt x="28017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26459" y="3745102"/>
            <a:ext cx="2802255" cy="353695"/>
          </a:xfrm>
          <a:custGeom>
            <a:avLst/>
            <a:gdLst/>
            <a:ahLst/>
            <a:cxnLst/>
            <a:rect l="l" t="t" r="r" b="b"/>
            <a:pathLst>
              <a:path w="2802254" h="353695">
                <a:moveTo>
                  <a:pt x="2801747" y="0"/>
                </a:moveTo>
                <a:lnTo>
                  <a:pt x="0" y="0"/>
                </a:lnTo>
                <a:lnTo>
                  <a:pt x="0" y="176784"/>
                </a:lnTo>
                <a:lnTo>
                  <a:pt x="0" y="353568"/>
                </a:lnTo>
                <a:lnTo>
                  <a:pt x="2801747" y="353568"/>
                </a:lnTo>
                <a:lnTo>
                  <a:pt x="2801747" y="176784"/>
                </a:lnTo>
                <a:lnTo>
                  <a:pt x="28017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26459" y="4150486"/>
            <a:ext cx="2802255" cy="177165"/>
          </a:xfrm>
          <a:custGeom>
            <a:avLst/>
            <a:gdLst/>
            <a:ahLst/>
            <a:cxnLst/>
            <a:rect l="l" t="t" r="r" b="b"/>
            <a:pathLst>
              <a:path w="2802254" h="177164">
                <a:moveTo>
                  <a:pt x="2801746" y="0"/>
                </a:moveTo>
                <a:lnTo>
                  <a:pt x="0" y="0"/>
                </a:lnTo>
                <a:lnTo>
                  <a:pt x="0" y="176784"/>
                </a:lnTo>
                <a:lnTo>
                  <a:pt x="2801746" y="176784"/>
                </a:lnTo>
                <a:lnTo>
                  <a:pt x="28017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26459" y="4377562"/>
            <a:ext cx="2802255" cy="178435"/>
          </a:xfrm>
          <a:custGeom>
            <a:avLst/>
            <a:gdLst/>
            <a:ahLst/>
            <a:cxnLst/>
            <a:rect l="l" t="t" r="r" b="b"/>
            <a:pathLst>
              <a:path w="2802254" h="178435">
                <a:moveTo>
                  <a:pt x="2801746" y="0"/>
                </a:moveTo>
                <a:lnTo>
                  <a:pt x="0" y="0"/>
                </a:lnTo>
                <a:lnTo>
                  <a:pt x="0" y="178308"/>
                </a:lnTo>
                <a:lnTo>
                  <a:pt x="2801746" y="178308"/>
                </a:lnTo>
                <a:lnTo>
                  <a:pt x="28017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50742" y="4606162"/>
            <a:ext cx="725805" cy="178435"/>
          </a:xfrm>
          <a:custGeom>
            <a:avLst/>
            <a:gdLst/>
            <a:ahLst/>
            <a:cxnLst/>
            <a:rect l="l" t="t" r="r" b="b"/>
            <a:pathLst>
              <a:path w="725804" h="178435">
                <a:moveTo>
                  <a:pt x="725423" y="0"/>
                </a:moveTo>
                <a:lnTo>
                  <a:pt x="0" y="0"/>
                </a:lnTo>
                <a:lnTo>
                  <a:pt x="0" y="178308"/>
                </a:lnTo>
                <a:lnTo>
                  <a:pt x="725423" y="178308"/>
                </a:lnTo>
                <a:lnTo>
                  <a:pt x="7254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26459" y="4606162"/>
            <a:ext cx="2802255" cy="178435"/>
          </a:xfrm>
          <a:custGeom>
            <a:avLst/>
            <a:gdLst/>
            <a:ahLst/>
            <a:cxnLst/>
            <a:rect l="l" t="t" r="r" b="b"/>
            <a:pathLst>
              <a:path w="2802254" h="178435">
                <a:moveTo>
                  <a:pt x="2801746" y="0"/>
                </a:moveTo>
                <a:lnTo>
                  <a:pt x="0" y="0"/>
                </a:lnTo>
                <a:lnTo>
                  <a:pt x="0" y="178308"/>
                </a:lnTo>
                <a:lnTo>
                  <a:pt x="2801746" y="178308"/>
                </a:lnTo>
                <a:lnTo>
                  <a:pt x="28017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26459" y="4834762"/>
            <a:ext cx="2802255" cy="177165"/>
          </a:xfrm>
          <a:custGeom>
            <a:avLst/>
            <a:gdLst/>
            <a:ahLst/>
            <a:cxnLst/>
            <a:rect l="l" t="t" r="r" b="b"/>
            <a:pathLst>
              <a:path w="2802254" h="177164">
                <a:moveTo>
                  <a:pt x="2801746" y="0"/>
                </a:moveTo>
                <a:lnTo>
                  <a:pt x="0" y="0"/>
                </a:lnTo>
                <a:lnTo>
                  <a:pt x="0" y="176784"/>
                </a:lnTo>
                <a:lnTo>
                  <a:pt x="2801746" y="176784"/>
                </a:lnTo>
                <a:lnTo>
                  <a:pt x="28017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26459" y="5063362"/>
            <a:ext cx="2802255" cy="177165"/>
          </a:xfrm>
          <a:custGeom>
            <a:avLst/>
            <a:gdLst/>
            <a:ahLst/>
            <a:cxnLst/>
            <a:rect l="l" t="t" r="r" b="b"/>
            <a:pathLst>
              <a:path w="2802254" h="177164">
                <a:moveTo>
                  <a:pt x="2801746" y="0"/>
                </a:moveTo>
                <a:lnTo>
                  <a:pt x="0" y="0"/>
                </a:lnTo>
                <a:lnTo>
                  <a:pt x="0" y="176784"/>
                </a:lnTo>
                <a:lnTo>
                  <a:pt x="2801746" y="176784"/>
                </a:lnTo>
                <a:lnTo>
                  <a:pt x="28017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26459" y="5290438"/>
            <a:ext cx="2802255" cy="178435"/>
          </a:xfrm>
          <a:custGeom>
            <a:avLst/>
            <a:gdLst/>
            <a:ahLst/>
            <a:cxnLst/>
            <a:rect l="l" t="t" r="r" b="b"/>
            <a:pathLst>
              <a:path w="2802254" h="178435">
                <a:moveTo>
                  <a:pt x="2801746" y="0"/>
                </a:moveTo>
                <a:lnTo>
                  <a:pt x="0" y="0"/>
                </a:lnTo>
                <a:lnTo>
                  <a:pt x="0" y="178308"/>
                </a:lnTo>
                <a:lnTo>
                  <a:pt x="2801746" y="178308"/>
                </a:lnTo>
                <a:lnTo>
                  <a:pt x="28017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14704" y="5063362"/>
            <a:ext cx="2961640" cy="633095"/>
          </a:xfrm>
          <a:custGeom>
            <a:avLst/>
            <a:gdLst/>
            <a:ahLst/>
            <a:cxnLst/>
            <a:rect l="l" t="t" r="r" b="b"/>
            <a:pathLst>
              <a:path w="2961640" h="633095">
                <a:moveTo>
                  <a:pt x="2184146" y="455625"/>
                </a:moveTo>
                <a:lnTo>
                  <a:pt x="0" y="455625"/>
                </a:lnTo>
                <a:lnTo>
                  <a:pt x="0" y="632714"/>
                </a:lnTo>
                <a:lnTo>
                  <a:pt x="2184146" y="632714"/>
                </a:lnTo>
                <a:lnTo>
                  <a:pt x="2184146" y="455625"/>
                </a:lnTo>
                <a:close/>
              </a:path>
              <a:path w="2961640" h="633095">
                <a:moveTo>
                  <a:pt x="2184146" y="227076"/>
                </a:moveTo>
                <a:lnTo>
                  <a:pt x="0" y="227076"/>
                </a:lnTo>
                <a:lnTo>
                  <a:pt x="0" y="405384"/>
                </a:lnTo>
                <a:lnTo>
                  <a:pt x="2184146" y="405384"/>
                </a:lnTo>
                <a:lnTo>
                  <a:pt x="2184146" y="227076"/>
                </a:lnTo>
                <a:close/>
              </a:path>
              <a:path w="2961640" h="633095">
                <a:moveTo>
                  <a:pt x="2184146" y="0"/>
                </a:moveTo>
                <a:lnTo>
                  <a:pt x="0" y="0"/>
                </a:lnTo>
                <a:lnTo>
                  <a:pt x="0" y="176784"/>
                </a:lnTo>
                <a:lnTo>
                  <a:pt x="2184146" y="176784"/>
                </a:lnTo>
                <a:lnTo>
                  <a:pt x="2184146" y="0"/>
                </a:lnTo>
                <a:close/>
              </a:path>
              <a:path w="2961640" h="633095">
                <a:moveTo>
                  <a:pt x="2194890" y="455625"/>
                </a:moveTo>
                <a:lnTo>
                  <a:pt x="2184222" y="455625"/>
                </a:lnTo>
                <a:lnTo>
                  <a:pt x="2184222" y="632714"/>
                </a:lnTo>
                <a:lnTo>
                  <a:pt x="2194890" y="632714"/>
                </a:lnTo>
                <a:lnTo>
                  <a:pt x="2194890" y="455625"/>
                </a:lnTo>
                <a:close/>
              </a:path>
              <a:path w="2961640" h="633095">
                <a:moveTo>
                  <a:pt x="2194890" y="227076"/>
                </a:moveTo>
                <a:lnTo>
                  <a:pt x="2184222" y="227076"/>
                </a:lnTo>
                <a:lnTo>
                  <a:pt x="2184222" y="405384"/>
                </a:lnTo>
                <a:lnTo>
                  <a:pt x="2194890" y="405384"/>
                </a:lnTo>
                <a:lnTo>
                  <a:pt x="2194890" y="227076"/>
                </a:lnTo>
                <a:close/>
              </a:path>
              <a:path w="2961640" h="633095">
                <a:moveTo>
                  <a:pt x="2194890" y="0"/>
                </a:moveTo>
                <a:lnTo>
                  <a:pt x="2184222" y="0"/>
                </a:lnTo>
                <a:lnTo>
                  <a:pt x="2184222" y="176784"/>
                </a:lnTo>
                <a:lnTo>
                  <a:pt x="2194890" y="176784"/>
                </a:lnTo>
                <a:lnTo>
                  <a:pt x="2194890" y="0"/>
                </a:lnTo>
                <a:close/>
              </a:path>
              <a:path w="2961640" h="633095">
                <a:moveTo>
                  <a:pt x="2217750" y="219456"/>
                </a:moveTo>
                <a:lnTo>
                  <a:pt x="2207082" y="219456"/>
                </a:lnTo>
                <a:lnTo>
                  <a:pt x="2196414" y="219456"/>
                </a:lnTo>
                <a:lnTo>
                  <a:pt x="2196414" y="413004"/>
                </a:lnTo>
                <a:lnTo>
                  <a:pt x="2207082" y="413004"/>
                </a:lnTo>
                <a:lnTo>
                  <a:pt x="2217750" y="413004"/>
                </a:lnTo>
                <a:lnTo>
                  <a:pt x="2217750" y="219456"/>
                </a:lnTo>
                <a:close/>
              </a:path>
              <a:path w="2961640" h="633095">
                <a:moveTo>
                  <a:pt x="2961462" y="455625"/>
                </a:moveTo>
                <a:lnTo>
                  <a:pt x="2236038" y="455625"/>
                </a:lnTo>
                <a:lnTo>
                  <a:pt x="2225370" y="455625"/>
                </a:lnTo>
                <a:lnTo>
                  <a:pt x="2225370" y="632714"/>
                </a:lnTo>
                <a:lnTo>
                  <a:pt x="2236038" y="632714"/>
                </a:lnTo>
                <a:lnTo>
                  <a:pt x="2961462" y="632714"/>
                </a:lnTo>
                <a:lnTo>
                  <a:pt x="2961462" y="455625"/>
                </a:lnTo>
                <a:close/>
              </a:path>
              <a:path w="2961640" h="633095">
                <a:moveTo>
                  <a:pt x="2961462" y="227076"/>
                </a:moveTo>
                <a:lnTo>
                  <a:pt x="2236038" y="227076"/>
                </a:lnTo>
                <a:lnTo>
                  <a:pt x="2225370" y="227076"/>
                </a:lnTo>
                <a:lnTo>
                  <a:pt x="2225370" y="405384"/>
                </a:lnTo>
                <a:lnTo>
                  <a:pt x="2236038" y="405384"/>
                </a:lnTo>
                <a:lnTo>
                  <a:pt x="2961462" y="405384"/>
                </a:lnTo>
                <a:lnTo>
                  <a:pt x="2961462" y="2270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26459" y="5518987"/>
            <a:ext cx="2802255" cy="177165"/>
          </a:xfrm>
          <a:custGeom>
            <a:avLst/>
            <a:gdLst/>
            <a:ahLst/>
            <a:cxnLst/>
            <a:rect l="l" t="t" r="r" b="b"/>
            <a:pathLst>
              <a:path w="2802254" h="177164">
                <a:moveTo>
                  <a:pt x="2801746" y="0"/>
                </a:moveTo>
                <a:lnTo>
                  <a:pt x="0" y="0"/>
                </a:lnTo>
                <a:lnTo>
                  <a:pt x="0" y="177088"/>
                </a:lnTo>
                <a:lnTo>
                  <a:pt x="2801746" y="177088"/>
                </a:lnTo>
                <a:lnTo>
                  <a:pt x="28017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05560" y="5747892"/>
            <a:ext cx="2980055" cy="1671955"/>
          </a:xfrm>
          <a:custGeom>
            <a:avLst/>
            <a:gdLst/>
            <a:ahLst/>
            <a:cxnLst/>
            <a:rect l="l" t="t" r="r" b="b"/>
            <a:pathLst>
              <a:path w="2980054" h="1671954">
                <a:moveTo>
                  <a:pt x="2193290" y="1089660"/>
                </a:moveTo>
                <a:lnTo>
                  <a:pt x="9144" y="1089660"/>
                </a:lnTo>
                <a:lnTo>
                  <a:pt x="9144" y="1266444"/>
                </a:lnTo>
                <a:lnTo>
                  <a:pt x="2193290" y="1266444"/>
                </a:lnTo>
                <a:lnTo>
                  <a:pt x="2193290" y="1089660"/>
                </a:lnTo>
                <a:close/>
              </a:path>
              <a:path w="2980054" h="1671954">
                <a:moveTo>
                  <a:pt x="2193290" y="455676"/>
                </a:moveTo>
                <a:lnTo>
                  <a:pt x="9144" y="455676"/>
                </a:lnTo>
                <a:lnTo>
                  <a:pt x="9144" y="633984"/>
                </a:lnTo>
                <a:lnTo>
                  <a:pt x="2193290" y="633984"/>
                </a:lnTo>
                <a:lnTo>
                  <a:pt x="2193290" y="455676"/>
                </a:lnTo>
                <a:close/>
              </a:path>
              <a:path w="2980054" h="1671954">
                <a:moveTo>
                  <a:pt x="2193290" y="227076"/>
                </a:moveTo>
                <a:lnTo>
                  <a:pt x="9144" y="227076"/>
                </a:lnTo>
                <a:lnTo>
                  <a:pt x="9144" y="405384"/>
                </a:lnTo>
                <a:lnTo>
                  <a:pt x="2193290" y="405384"/>
                </a:lnTo>
                <a:lnTo>
                  <a:pt x="2193290" y="227076"/>
                </a:lnTo>
                <a:close/>
              </a:path>
              <a:path w="2980054" h="1671954">
                <a:moveTo>
                  <a:pt x="2193290" y="0"/>
                </a:moveTo>
                <a:lnTo>
                  <a:pt x="9144" y="0"/>
                </a:lnTo>
                <a:lnTo>
                  <a:pt x="9144" y="176784"/>
                </a:lnTo>
                <a:lnTo>
                  <a:pt x="2193290" y="176784"/>
                </a:lnTo>
                <a:lnTo>
                  <a:pt x="2193290" y="0"/>
                </a:lnTo>
                <a:close/>
              </a:path>
              <a:path w="2980054" h="1671954">
                <a:moveTo>
                  <a:pt x="2203958" y="1309116"/>
                </a:moveTo>
                <a:lnTo>
                  <a:pt x="0" y="1309116"/>
                </a:lnTo>
                <a:lnTo>
                  <a:pt x="0" y="1495044"/>
                </a:lnTo>
                <a:lnTo>
                  <a:pt x="9144" y="1495044"/>
                </a:lnTo>
                <a:lnTo>
                  <a:pt x="9144" y="1671828"/>
                </a:lnTo>
                <a:lnTo>
                  <a:pt x="2193290" y="1671828"/>
                </a:lnTo>
                <a:lnTo>
                  <a:pt x="2193290" y="1495044"/>
                </a:lnTo>
                <a:lnTo>
                  <a:pt x="2203958" y="1495044"/>
                </a:lnTo>
                <a:lnTo>
                  <a:pt x="2203958" y="1309116"/>
                </a:lnTo>
                <a:close/>
              </a:path>
              <a:path w="2980054" h="1671954">
                <a:moveTo>
                  <a:pt x="2204034" y="861060"/>
                </a:moveTo>
                <a:lnTo>
                  <a:pt x="2203958" y="675144"/>
                </a:lnTo>
                <a:lnTo>
                  <a:pt x="0" y="675144"/>
                </a:lnTo>
                <a:lnTo>
                  <a:pt x="0" y="861060"/>
                </a:lnTo>
                <a:lnTo>
                  <a:pt x="9144" y="861060"/>
                </a:lnTo>
                <a:lnTo>
                  <a:pt x="9144" y="1039368"/>
                </a:lnTo>
                <a:lnTo>
                  <a:pt x="2193290" y="1039368"/>
                </a:lnTo>
                <a:lnTo>
                  <a:pt x="2193290" y="861060"/>
                </a:lnTo>
                <a:lnTo>
                  <a:pt x="2193366" y="1039368"/>
                </a:lnTo>
                <a:lnTo>
                  <a:pt x="2204034" y="1039368"/>
                </a:lnTo>
                <a:lnTo>
                  <a:pt x="2204034" y="861060"/>
                </a:lnTo>
                <a:close/>
              </a:path>
              <a:path w="2980054" h="1671954">
                <a:moveTo>
                  <a:pt x="2204034" y="455676"/>
                </a:moveTo>
                <a:lnTo>
                  <a:pt x="2193366" y="455676"/>
                </a:lnTo>
                <a:lnTo>
                  <a:pt x="2193366" y="633984"/>
                </a:lnTo>
                <a:lnTo>
                  <a:pt x="2204034" y="633984"/>
                </a:lnTo>
                <a:lnTo>
                  <a:pt x="2204034" y="455676"/>
                </a:lnTo>
                <a:close/>
              </a:path>
              <a:path w="2980054" h="1671954">
                <a:moveTo>
                  <a:pt x="2204034" y="227076"/>
                </a:moveTo>
                <a:lnTo>
                  <a:pt x="2193366" y="227076"/>
                </a:lnTo>
                <a:lnTo>
                  <a:pt x="2193366" y="405384"/>
                </a:lnTo>
                <a:lnTo>
                  <a:pt x="2204034" y="405384"/>
                </a:lnTo>
                <a:lnTo>
                  <a:pt x="2204034" y="227076"/>
                </a:lnTo>
                <a:close/>
              </a:path>
              <a:path w="2980054" h="1671954">
                <a:moveTo>
                  <a:pt x="2204034" y="0"/>
                </a:moveTo>
                <a:lnTo>
                  <a:pt x="2193366" y="0"/>
                </a:lnTo>
                <a:lnTo>
                  <a:pt x="2193366" y="176784"/>
                </a:lnTo>
                <a:lnTo>
                  <a:pt x="2204034" y="176784"/>
                </a:lnTo>
                <a:lnTo>
                  <a:pt x="2204034" y="0"/>
                </a:lnTo>
                <a:close/>
              </a:path>
              <a:path w="2980054" h="1671954">
                <a:moveTo>
                  <a:pt x="2216226" y="448056"/>
                </a:moveTo>
                <a:lnTo>
                  <a:pt x="2205558" y="448056"/>
                </a:lnTo>
                <a:lnTo>
                  <a:pt x="2205558" y="641604"/>
                </a:lnTo>
                <a:lnTo>
                  <a:pt x="2216226" y="641604"/>
                </a:lnTo>
                <a:lnTo>
                  <a:pt x="2216226" y="448056"/>
                </a:lnTo>
                <a:close/>
              </a:path>
              <a:path w="2980054" h="1671954">
                <a:moveTo>
                  <a:pt x="2226894" y="675144"/>
                </a:moveTo>
                <a:lnTo>
                  <a:pt x="2216226" y="675144"/>
                </a:lnTo>
                <a:lnTo>
                  <a:pt x="2205558" y="675144"/>
                </a:lnTo>
                <a:lnTo>
                  <a:pt x="2205558" y="1046988"/>
                </a:lnTo>
                <a:lnTo>
                  <a:pt x="2216226" y="1046988"/>
                </a:lnTo>
                <a:lnTo>
                  <a:pt x="2226894" y="1046988"/>
                </a:lnTo>
                <a:lnTo>
                  <a:pt x="2226894" y="675144"/>
                </a:lnTo>
                <a:close/>
              </a:path>
              <a:path w="2980054" h="1671954">
                <a:moveTo>
                  <a:pt x="2226894" y="219456"/>
                </a:moveTo>
                <a:lnTo>
                  <a:pt x="2216226" y="219456"/>
                </a:lnTo>
                <a:lnTo>
                  <a:pt x="2205558" y="219456"/>
                </a:lnTo>
                <a:lnTo>
                  <a:pt x="2205558" y="414528"/>
                </a:lnTo>
                <a:lnTo>
                  <a:pt x="2216226" y="414528"/>
                </a:lnTo>
                <a:lnTo>
                  <a:pt x="2226894" y="414528"/>
                </a:lnTo>
                <a:lnTo>
                  <a:pt x="2226894" y="219456"/>
                </a:lnTo>
                <a:close/>
              </a:path>
              <a:path w="2980054" h="1671954">
                <a:moveTo>
                  <a:pt x="2970606" y="455676"/>
                </a:moveTo>
                <a:lnTo>
                  <a:pt x="2245182" y="455676"/>
                </a:lnTo>
                <a:lnTo>
                  <a:pt x="2234514" y="455676"/>
                </a:lnTo>
                <a:lnTo>
                  <a:pt x="2234514" y="633984"/>
                </a:lnTo>
                <a:lnTo>
                  <a:pt x="2245182" y="633984"/>
                </a:lnTo>
                <a:lnTo>
                  <a:pt x="2970606" y="633984"/>
                </a:lnTo>
                <a:lnTo>
                  <a:pt x="2970606" y="455676"/>
                </a:lnTo>
                <a:close/>
              </a:path>
              <a:path w="2980054" h="1671954">
                <a:moveTo>
                  <a:pt x="2970606" y="227076"/>
                </a:moveTo>
                <a:lnTo>
                  <a:pt x="2245182" y="227076"/>
                </a:lnTo>
                <a:lnTo>
                  <a:pt x="2234514" y="227076"/>
                </a:lnTo>
                <a:lnTo>
                  <a:pt x="2234514" y="405384"/>
                </a:lnTo>
                <a:lnTo>
                  <a:pt x="2245182" y="405384"/>
                </a:lnTo>
                <a:lnTo>
                  <a:pt x="2970606" y="405384"/>
                </a:lnTo>
                <a:lnTo>
                  <a:pt x="2970606" y="227076"/>
                </a:lnTo>
                <a:close/>
              </a:path>
              <a:path w="2980054" h="1671954">
                <a:moveTo>
                  <a:pt x="2970606" y="0"/>
                </a:moveTo>
                <a:lnTo>
                  <a:pt x="2245182" y="0"/>
                </a:lnTo>
                <a:lnTo>
                  <a:pt x="2234514" y="0"/>
                </a:lnTo>
                <a:lnTo>
                  <a:pt x="2234514" y="176784"/>
                </a:lnTo>
                <a:lnTo>
                  <a:pt x="2245182" y="176784"/>
                </a:lnTo>
                <a:lnTo>
                  <a:pt x="2970606" y="176784"/>
                </a:lnTo>
                <a:lnTo>
                  <a:pt x="2970606" y="0"/>
                </a:lnTo>
                <a:close/>
              </a:path>
              <a:path w="2980054" h="1671954">
                <a:moveTo>
                  <a:pt x="2979750" y="675144"/>
                </a:moveTo>
                <a:lnTo>
                  <a:pt x="2234514" y="675144"/>
                </a:lnTo>
                <a:lnTo>
                  <a:pt x="2234514" y="861060"/>
                </a:lnTo>
                <a:lnTo>
                  <a:pt x="2234514" y="1039368"/>
                </a:lnTo>
                <a:lnTo>
                  <a:pt x="2245182" y="1039368"/>
                </a:lnTo>
                <a:lnTo>
                  <a:pt x="2970606" y="1039368"/>
                </a:lnTo>
                <a:lnTo>
                  <a:pt x="2970606" y="861060"/>
                </a:lnTo>
                <a:lnTo>
                  <a:pt x="2979750" y="861060"/>
                </a:lnTo>
                <a:lnTo>
                  <a:pt x="2979750" y="6751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2189733"/>
            <a:ext cx="15963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Dispute_reason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5748" y="2882137"/>
          <a:ext cx="6057900" cy="16281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5764"/>
                <a:gridCol w="1059180"/>
                <a:gridCol w="3308350"/>
              </a:tblGrid>
              <a:tr h="226314"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34696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dispute_reason_id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identifier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each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reason.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dispute_reason_u_id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identifier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reason.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dispute_reason_name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varchar(1000)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reason.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707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dispute_reason_status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reason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(0=Deleted,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1=Active).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reason.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7838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reason_group_id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Group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reason,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default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-1.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632327" y="2914141"/>
            <a:ext cx="3295650" cy="1564005"/>
          </a:xfrm>
          <a:custGeom>
            <a:avLst/>
            <a:gdLst/>
            <a:ahLst/>
            <a:cxnLst/>
            <a:rect l="l" t="t" r="r" b="b"/>
            <a:pathLst>
              <a:path w="3295650" h="1564004">
                <a:moveTo>
                  <a:pt x="3286379" y="1368933"/>
                </a:moveTo>
                <a:lnTo>
                  <a:pt x="9144" y="1368933"/>
                </a:lnTo>
                <a:lnTo>
                  <a:pt x="9144" y="1378077"/>
                </a:lnTo>
                <a:lnTo>
                  <a:pt x="18288" y="1378077"/>
                </a:lnTo>
                <a:lnTo>
                  <a:pt x="18288" y="1554861"/>
                </a:lnTo>
                <a:lnTo>
                  <a:pt x="9144" y="1554861"/>
                </a:lnTo>
                <a:lnTo>
                  <a:pt x="9144" y="1564005"/>
                </a:lnTo>
                <a:lnTo>
                  <a:pt x="3286379" y="1564005"/>
                </a:lnTo>
                <a:lnTo>
                  <a:pt x="3286379" y="1554861"/>
                </a:lnTo>
                <a:lnTo>
                  <a:pt x="3275711" y="1554861"/>
                </a:lnTo>
                <a:lnTo>
                  <a:pt x="3275711" y="1378077"/>
                </a:lnTo>
                <a:lnTo>
                  <a:pt x="3286379" y="1378077"/>
                </a:lnTo>
                <a:lnTo>
                  <a:pt x="3286379" y="1368933"/>
                </a:lnTo>
                <a:close/>
              </a:path>
              <a:path w="3295650" h="1564004">
                <a:moveTo>
                  <a:pt x="3295523" y="1141857"/>
                </a:moveTo>
                <a:lnTo>
                  <a:pt x="3286379" y="1141857"/>
                </a:lnTo>
                <a:lnTo>
                  <a:pt x="3286379" y="1140333"/>
                </a:lnTo>
                <a:lnTo>
                  <a:pt x="9144" y="1140333"/>
                </a:lnTo>
                <a:lnTo>
                  <a:pt x="9144" y="1141857"/>
                </a:lnTo>
                <a:lnTo>
                  <a:pt x="0" y="1141857"/>
                </a:lnTo>
                <a:lnTo>
                  <a:pt x="0" y="1151001"/>
                </a:lnTo>
                <a:lnTo>
                  <a:pt x="18288" y="1151001"/>
                </a:lnTo>
                <a:lnTo>
                  <a:pt x="18288" y="1326261"/>
                </a:lnTo>
                <a:lnTo>
                  <a:pt x="0" y="1326261"/>
                </a:lnTo>
                <a:lnTo>
                  <a:pt x="0" y="1335405"/>
                </a:lnTo>
                <a:lnTo>
                  <a:pt x="9144" y="1335405"/>
                </a:lnTo>
                <a:lnTo>
                  <a:pt x="9144" y="1336929"/>
                </a:lnTo>
                <a:lnTo>
                  <a:pt x="3286379" y="1336929"/>
                </a:lnTo>
                <a:lnTo>
                  <a:pt x="3286379" y="1335405"/>
                </a:lnTo>
                <a:lnTo>
                  <a:pt x="3295523" y="1335405"/>
                </a:lnTo>
                <a:lnTo>
                  <a:pt x="3295523" y="1326261"/>
                </a:lnTo>
                <a:lnTo>
                  <a:pt x="3275711" y="1326261"/>
                </a:lnTo>
                <a:lnTo>
                  <a:pt x="3275711" y="1151001"/>
                </a:lnTo>
                <a:lnTo>
                  <a:pt x="3295523" y="1151001"/>
                </a:lnTo>
                <a:lnTo>
                  <a:pt x="3295523" y="1141857"/>
                </a:lnTo>
                <a:close/>
              </a:path>
              <a:path w="3295650" h="1564004">
                <a:moveTo>
                  <a:pt x="3295523" y="1099185"/>
                </a:moveTo>
                <a:lnTo>
                  <a:pt x="3286379" y="1099185"/>
                </a:lnTo>
                <a:lnTo>
                  <a:pt x="3275711" y="1099185"/>
                </a:lnTo>
                <a:lnTo>
                  <a:pt x="3275711" y="922413"/>
                </a:lnTo>
                <a:lnTo>
                  <a:pt x="18288" y="922413"/>
                </a:lnTo>
                <a:lnTo>
                  <a:pt x="18288" y="1099185"/>
                </a:lnTo>
                <a:lnTo>
                  <a:pt x="9144" y="1099185"/>
                </a:lnTo>
                <a:lnTo>
                  <a:pt x="0" y="1099185"/>
                </a:lnTo>
                <a:lnTo>
                  <a:pt x="0" y="1108329"/>
                </a:lnTo>
                <a:lnTo>
                  <a:pt x="9144" y="1108329"/>
                </a:lnTo>
                <a:lnTo>
                  <a:pt x="3286379" y="1108329"/>
                </a:lnTo>
                <a:lnTo>
                  <a:pt x="3295523" y="1108329"/>
                </a:lnTo>
                <a:lnTo>
                  <a:pt x="3295523" y="1099185"/>
                </a:lnTo>
                <a:close/>
              </a:path>
              <a:path w="3295650" h="1564004">
                <a:moveTo>
                  <a:pt x="3295523" y="913257"/>
                </a:moveTo>
                <a:lnTo>
                  <a:pt x="3286379" y="913257"/>
                </a:lnTo>
                <a:lnTo>
                  <a:pt x="9144" y="913257"/>
                </a:lnTo>
                <a:lnTo>
                  <a:pt x="0" y="913257"/>
                </a:lnTo>
                <a:lnTo>
                  <a:pt x="0" y="922401"/>
                </a:lnTo>
                <a:lnTo>
                  <a:pt x="9144" y="922401"/>
                </a:lnTo>
                <a:lnTo>
                  <a:pt x="3286379" y="922401"/>
                </a:lnTo>
                <a:lnTo>
                  <a:pt x="3295523" y="922401"/>
                </a:lnTo>
                <a:lnTo>
                  <a:pt x="3295523" y="913257"/>
                </a:lnTo>
                <a:close/>
              </a:path>
              <a:path w="3295650" h="1564004">
                <a:moveTo>
                  <a:pt x="3295523" y="870585"/>
                </a:moveTo>
                <a:lnTo>
                  <a:pt x="3286379" y="870585"/>
                </a:lnTo>
                <a:lnTo>
                  <a:pt x="3275711" y="870585"/>
                </a:lnTo>
                <a:lnTo>
                  <a:pt x="3275711" y="693813"/>
                </a:lnTo>
                <a:lnTo>
                  <a:pt x="18288" y="693813"/>
                </a:lnTo>
                <a:lnTo>
                  <a:pt x="18288" y="870585"/>
                </a:lnTo>
                <a:lnTo>
                  <a:pt x="9144" y="870585"/>
                </a:lnTo>
                <a:lnTo>
                  <a:pt x="0" y="870585"/>
                </a:lnTo>
                <a:lnTo>
                  <a:pt x="0" y="879729"/>
                </a:lnTo>
                <a:lnTo>
                  <a:pt x="9144" y="879729"/>
                </a:lnTo>
                <a:lnTo>
                  <a:pt x="3286379" y="879729"/>
                </a:lnTo>
                <a:lnTo>
                  <a:pt x="3295523" y="879729"/>
                </a:lnTo>
                <a:lnTo>
                  <a:pt x="3295523" y="870585"/>
                </a:lnTo>
                <a:close/>
              </a:path>
              <a:path w="3295650" h="1564004">
                <a:moveTo>
                  <a:pt x="3295523" y="684657"/>
                </a:moveTo>
                <a:lnTo>
                  <a:pt x="3286379" y="684657"/>
                </a:lnTo>
                <a:lnTo>
                  <a:pt x="9144" y="684657"/>
                </a:lnTo>
                <a:lnTo>
                  <a:pt x="0" y="684657"/>
                </a:lnTo>
                <a:lnTo>
                  <a:pt x="0" y="693801"/>
                </a:lnTo>
                <a:lnTo>
                  <a:pt x="9144" y="693801"/>
                </a:lnTo>
                <a:lnTo>
                  <a:pt x="3286379" y="693801"/>
                </a:lnTo>
                <a:lnTo>
                  <a:pt x="3295523" y="693801"/>
                </a:lnTo>
                <a:lnTo>
                  <a:pt x="3295523" y="684657"/>
                </a:lnTo>
                <a:close/>
              </a:path>
              <a:path w="3295650" h="1564004">
                <a:moveTo>
                  <a:pt x="3295523" y="457200"/>
                </a:moveTo>
                <a:lnTo>
                  <a:pt x="3286379" y="457200"/>
                </a:lnTo>
                <a:lnTo>
                  <a:pt x="3286379" y="455676"/>
                </a:lnTo>
                <a:lnTo>
                  <a:pt x="9144" y="455676"/>
                </a:lnTo>
                <a:lnTo>
                  <a:pt x="9144" y="457200"/>
                </a:lnTo>
                <a:lnTo>
                  <a:pt x="0" y="457200"/>
                </a:lnTo>
                <a:lnTo>
                  <a:pt x="0" y="466344"/>
                </a:lnTo>
                <a:lnTo>
                  <a:pt x="18288" y="466344"/>
                </a:lnTo>
                <a:lnTo>
                  <a:pt x="18288" y="641985"/>
                </a:lnTo>
                <a:lnTo>
                  <a:pt x="0" y="641985"/>
                </a:lnTo>
                <a:lnTo>
                  <a:pt x="0" y="651129"/>
                </a:lnTo>
                <a:lnTo>
                  <a:pt x="9144" y="651129"/>
                </a:lnTo>
                <a:lnTo>
                  <a:pt x="9144" y="652653"/>
                </a:lnTo>
                <a:lnTo>
                  <a:pt x="3286379" y="652653"/>
                </a:lnTo>
                <a:lnTo>
                  <a:pt x="3286379" y="651129"/>
                </a:lnTo>
                <a:lnTo>
                  <a:pt x="3295523" y="651129"/>
                </a:lnTo>
                <a:lnTo>
                  <a:pt x="3295523" y="641985"/>
                </a:lnTo>
                <a:lnTo>
                  <a:pt x="3275711" y="641985"/>
                </a:lnTo>
                <a:lnTo>
                  <a:pt x="3275711" y="466344"/>
                </a:lnTo>
                <a:lnTo>
                  <a:pt x="3295523" y="466344"/>
                </a:lnTo>
                <a:lnTo>
                  <a:pt x="3295523" y="457200"/>
                </a:lnTo>
                <a:close/>
              </a:path>
              <a:path w="3295650" h="1564004">
                <a:moveTo>
                  <a:pt x="3295523" y="228600"/>
                </a:moveTo>
                <a:lnTo>
                  <a:pt x="3286379" y="228600"/>
                </a:lnTo>
                <a:lnTo>
                  <a:pt x="3286379" y="227088"/>
                </a:lnTo>
                <a:lnTo>
                  <a:pt x="9144" y="227088"/>
                </a:lnTo>
                <a:lnTo>
                  <a:pt x="9144" y="228600"/>
                </a:lnTo>
                <a:lnTo>
                  <a:pt x="0" y="228600"/>
                </a:lnTo>
                <a:lnTo>
                  <a:pt x="0" y="237744"/>
                </a:lnTo>
                <a:lnTo>
                  <a:pt x="18288" y="237744"/>
                </a:lnTo>
                <a:lnTo>
                  <a:pt x="18288" y="414528"/>
                </a:lnTo>
                <a:lnTo>
                  <a:pt x="9144" y="414528"/>
                </a:lnTo>
                <a:lnTo>
                  <a:pt x="0" y="414528"/>
                </a:lnTo>
                <a:lnTo>
                  <a:pt x="0" y="423672"/>
                </a:lnTo>
                <a:lnTo>
                  <a:pt x="9144" y="423672"/>
                </a:lnTo>
                <a:lnTo>
                  <a:pt x="3286379" y="423672"/>
                </a:lnTo>
                <a:lnTo>
                  <a:pt x="3295523" y="423672"/>
                </a:lnTo>
                <a:lnTo>
                  <a:pt x="3295523" y="414528"/>
                </a:lnTo>
                <a:lnTo>
                  <a:pt x="3286379" y="414528"/>
                </a:lnTo>
                <a:lnTo>
                  <a:pt x="3275711" y="414528"/>
                </a:lnTo>
                <a:lnTo>
                  <a:pt x="3275711" y="237744"/>
                </a:lnTo>
                <a:lnTo>
                  <a:pt x="3295523" y="237744"/>
                </a:lnTo>
                <a:lnTo>
                  <a:pt x="3295523" y="228600"/>
                </a:lnTo>
                <a:close/>
              </a:path>
              <a:path w="3295650" h="1564004">
                <a:moveTo>
                  <a:pt x="3295523" y="0"/>
                </a:moveTo>
                <a:lnTo>
                  <a:pt x="3286379" y="0"/>
                </a:lnTo>
                <a:lnTo>
                  <a:pt x="9144" y="0"/>
                </a:lnTo>
                <a:lnTo>
                  <a:pt x="0" y="0"/>
                </a:lnTo>
                <a:lnTo>
                  <a:pt x="0" y="9144"/>
                </a:lnTo>
                <a:lnTo>
                  <a:pt x="9144" y="9144"/>
                </a:lnTo>
                <a:lnTo>
                  <a:pt x="18288" y="9144"/>
                </a:lnTo>
                <a:lnTo>
                  <a:pt x="18288" y="185928"/>
                </a:lnTo>
                <a:lnTo>
                  <a:pt x="9144" y="185928"/>
                </a:lnTo>
                <a:lnTo>
                  <a:pt x="0" y="185928"/>
                </a:lnTo>
                <a:lnTo>
                  <a:pt x="0" y="195072"/>
                </a:lnTo>
                <a:lnTo>
                  <a:pt x="9144" y="195072"/>
                </a:lnTo>
                <a:lnTo>
                  <a:pt x="3286379" y="195072"/>
                </a:lnTo>
                <a:lnTo>
                  <a:pt x="3295523" y="195072"/>
                </a:lnTo>
                <a:lnTo>
                  <a:pt x="3295523" y="185928"/>
                </a:lnTo>
                <a:lnTo>
                  <a:pt x="3286379" y="185928"/>
                </a:lnTo>
                <a:lnTo>
                  <a:pt x="3275711" y="185928"/>
                </a:lnTo>
                <a:lnTo>
                  <a:pt x="3275711" y="9144"/>
                </a:lnTo>
                <a:lnTo>
                  <a:pt x="3286379" y="9144"/>
                </a:lnTo>
                <a:lnTo>
                  <a:pt x="3295523" y="9144"/>
                </a:lnTo>
                <a:lnTo>
                  <a:pt x="32955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32327" y="4283074"/>
            <a:ext cx="3295650" cy="195580"/>
          </a:xfrm>
          <a:custGeom>
            <a:avLst/>
            <a:gdLst/>
            <a:ahLst/>
            <a:cxnLst/>
            <a:rect l="l" t="t" r="r" b="b"/>
            <a:pathLst>
              <a:path w="3295650" h="195579">
                <a:moveTo>
                  <a:pt x="3295523" y="185928"/>
                </a:moveTo>
                <a:lnTo>
                  <a:pt x="0" y="185928"/>
                </a:lnTo>
                <a:lnTo>
                  <a:pt x="0" y="195072"/>
                </a:lnTo>
                <a:lnTo>
                  <a:pt x="3295523" y="195072"/>
                </a:lnTo>
                <a:lnTo>
                  <a:pt x="3295523" y="185928"/>
                </a:lnTo>
                <a:close/>
              </a:path>
              <a:path w="3295650" h="195579">
                <a:moveTo>
                  <a:pt x="3295523" y="0"/>
                </a:moveTo>
                <a:lnTo>
                  <a:pt x="0" y="0"/>
                </a:lnTo>
                <a:lnTo>
                  <a:pt x="0" y="9144"/>
                </a:lnTo>
                <a:lnTo>
                  <a:pt x="3295523" y="9144"/>
                </a:lnTo>
                <a:lnTo>
                  <a:pt x="32955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0604" y="4768722"/>
            <a:ext cx="30054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Dynamic_letter_template_data: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85748" y="5189854"/>
          <a:ext cx="5966460" cy="4427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810"/>
                <a:gridCol w="818514"/>
                <a:gridCol w="3479165"/>
              </a:tblGrid>
              <a:tr h="226313"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726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74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74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identifier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each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data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entry.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7465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727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74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74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identifier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7465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title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Title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 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sub_title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Subtitle</a:t>
                      </a:r>
                      <a:r>
                        <a:rPr dirty="0" sz="1050" spc="-3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dispute_type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varchar(100)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38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emotion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688975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Emotion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(1=Positive,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0=Negative).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3012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text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longtext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Text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content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differentiate_dispute_type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431800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 for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 the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differentiates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by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dispute type.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10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434340">
                        <a:lnSpc>
                          <a:spcPct val="111700"/>
                        </a:lnSpc>
                        <a:spcBef>
                          <a:spcPts val="12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 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whether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template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differentiates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by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2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created_at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timestamp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time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entry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was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is_deleted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entry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deleted.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IncludeType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varchar(100)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 inclusion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(e.g.,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1,1,1,1).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quickSelectAll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varchar(100)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Quick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select options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(e.g.,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1,1,1,0).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numberOfItems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varchar(100)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items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(e.g.,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-1,-1).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creditorLetterSelection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creditor letter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selection.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321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templateFormat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Format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(e.g.,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896416" y="5221858"/>
            <a:ext cx="5940425" cy="2773045"/>
            <a:chOff x="896416" y="5221858"/>
            <a:chExt cx="5940425" cy="2773045"/>
          </a:xfrm>
        </p:grpSpPr>
        <p:sp>
          <p:nvSpPr>
            <p:cNvPr id="9" name="object 9"/>
            <p:cNvSpPr/>
            <p:nvPr/>
          </p:nvSpPr>
          <p:spPr>
            <a:xfrm>
              <a:off x="896416" y="5221858"/>
              <a:ext cx="5940425" cy="1337310"/>
            </a:xfrm>
            <a:custGeom>
              <a:avLst/>
              <a:gdLst/>
              <a:ahLst/>
              <a:cxnLst/>
              <a:rect l="l" t="t" r="r" b="b"/>
              <a:pathLst>
                <a:path w="5940425" h="1337309">
                  <a:moveTo>
                    <a:pt x="1635506" y="1141730"/>
                  </a:moveTo>
                  <a:lnTo>
                    <a:pt x="1632458" y="1141730"/>
                  </a:lnTo>
                  <a:lnTo>
                    <a:pt x="1623390" y="1141730"/>
                  </a:lnTo>
                  <a:lnTo>
                    <a:pt x="1623390" y="1150874"/>
                  </a:lnTo>
                  <a:lnTo>
                    <a:pt x="1623390" y="1327658"/>
                  </a:lnTo>
                  <a:lnTo>
                    <a:pt x="1623314" y="1150874"/>
                  </a:lnTo>
                  <a:lnTo>
                    <a:pt x="1623390" y="1141730"/>
                  </a:lnTo>
                  <a:lnTo>
                    <a:pt x="9144" y="1141730"/>
                  </a:lnTo>
                  <a:lnTo>
                    <a:pt x="0" y="1141730"/>
                  </a:lnTo>
                  <a:lnTo>
                    <a:pt x="0" y="1150874"/>
                  </a:lnTo>
                  <a:lnTo>
                    <a:pt x="9144" y="1150874"/>
                  </a:lnTo>
                  <a:lnTo>
                    <a:pt x="18288" y="1150874"/>
                  </a:lnTo>
                  <a:lnTo>
                    <a:pt x="18288" y="1327658"/>
                  </a:lnTo>
                  <a:lnTo>
                    <a:pt x="9144" y="1327658"/>
                  </a:lnTo>
                  <a:lnTo>
                    <a:pt x="0" y="1327658"/>
                  </a:lnTo>
                  <a:lnTo>
                    <a:pt x="0" y="1336802"/>
                  </a:lnTo>
                  <a:lnTo>
                    <a:pt x="9144" y="1336802"/>
                  </a:lnTo>
                  <a:lnTo>
                    <a:pt x="1632458" y="1336802"/>
                  </a:lnTo>
                  <a:lnTo>
                    <a:pt x="1635506" y="1336802"/>
                  </a:lnTo>
                  <a:lnTo>
                    <a:pt x="1635506" y="1327658"/>
                  </a:lnTo>
                  <a:lnTo>
                    <a:pt x="1632534" y="1327658"/>
                  </a:lnTo>
                  <a:lnTo>
                    <a:pt x="1632534" y="1150874"/>
                  </a:lnTo>
                  <a:lnTo>
                    <a:pt x="1635506" y="1150874"/>
                  </a:lnTo>
                  <a:lnTo>
                    <a:pt x="1635506" y="1141730"/>
                  </a:lnTo>
                  <a:close/>
                </a:path>
                <a:path w="5940425" h="1337309">
                  <a:moveTo>
                    <a:pt x="1635506" y="913130"/>
                  </a:moveTo>
                  <a:lnTo>
                    <a:pt x="1632458" y="913130"/>
                  </a:lnTo>
                  <a:lnTo>
                    <a:pt x="1623390" y="913130"/>
                  </a:lnTo>
                  <a:lnTo>
                    <a:pt x="1623390" y="922274"/>
                  </a:lnTo>
                  <a:lnTo>
                    <a:pt x="1623390" y="1099058"/>
                  </a:lnTo>
                  <a:lnTo>
                    <a:pt x="1623314" y="922274"/>
                  </a:lnTo>
                  <a:lnTo>
                    <a:pt x="1623390" y="913130"/>
                  </a:lnTo>
                  <a:lnTo>
                    <a:pt x="9144" y="913130"/>
                  </a:lnTo>
                  <a:lnTo>
                    <a:pt x="0" y="913130"/>
                  </a:lnTo>
                  <a:lnTo>
                    <a:pt x="0" y="922274"/>
                  </a:lnTo>
                  <a:lnTo>
                    <a:pt x="9144" y="922274"/>
                  </a:lnTo>
                  <a:lnTo>
                    <a:pt x="18288" y="922274"/>
                  </a:lnTo>
                  <a:lnTo>
                    <a:pt x="18288" y="1099058"/>
                  </a:lnTo>
                  <a:lnTo>
                    <a:pt x="9144" y="1099058"/>
                  </a:lnTo>
                  <a:lnTo>
                    <a:pt x="0" y="1099058"/>
                  </a:lnTo>
                  <a:lnTo>
                    <a:pt x="0" y="1108202"/>
                  </a:lnTo>
                  <a:lnTo>
                    <a:pt x="9144" y="1108202"/>
                  </a:lnTo>
                  <a:lnTo>
                    <a:pt x="1632458" y="1108202"/>
                  </a:lnTo>
                  <a:lnTo>
                    <a:pt x="1635506" y="1108202"/>
                  </a:lnTo>
                  <a:lnTo>
                    <a:pt x="1635506" y="1099058"/>
                  </a:lnTo>
                  <a:lnTo>
                    <a:pt x="1632534" y="1099058"/>
                  </a:lnTo>
                  <a:lnTo>
                    <a:pt x="1632534" y="922274"/>
                  </a:lnTo>
                  <a:lnTo>
                    <a:pt x="1635506" y="922274"/>
                  </a:lnTo>
                  <a:lnTo>
                    <a:pt x="1635506" y="913130"/>
                  </a:lnTo>
                  <a:close/>
                </a:path>
                <a:path w="5940425" h="1337309">
                  <a:moveTo>
                    <a:pt x="1635506" y="686054"/>
                  </a:moveTo>
                  <a:lnTo>
                    <a:pt x="1623390" y="686054"/>
                  </a:lnTo>
                  <a:lnTo>
                    <a:pt x="1623390" y="695198"/>
                  </a:lnTo>
                  <a:lnTo>
                    <a:pt x="1623390" y="870458"/>
                  </a:lnTo>
                  <a:lnTo>
                    <a:pt x="1623314" y="695198"/>
                  </a:lnTo>
                  <a:lnTo>
                    <a:pt x="1623390" y="686054"/>
                  </a:lnTo>
                  <a:lnTo>
                    <a:pt x="0" y="686054"/>
                  </a:lnTo>
                  <a:lnTo>
                    <a:pt x="0" y="695198"/>
                  </a:lnTo>
                  <a:lnTo>
                    <a:pt x="18288" y="695198"/>
                  </a:lnTo>
                  <a:lnTo>
                    <a:pt x="18288" y="870458"/>
                  </a:lnTo>
                  <a:lnTo>
                    <a:pt x="0" y="870458"/>
                  </a:lnTo>
                  <a:lnTo>
                    <a:pt x="0" y="879602"/>
                  </a:lnTo>
                  <a:lnTo>
                    <a:pt x="9144" y="879602"/>
                  </a:lnTo>
                  <a:lnTo>
                    <a:pt x="9144" y="881126"/>
                  </a:lnTo>
                  <a:lnTo>
                    <a:pt x="1632458" y="881126"/>
                  </a:lnTo>
                  <a:lnTo>
                    <a:pt x="1632458" y="879602"/>
                  </a:lnTo>
                  <a:lnTo>
                    <a:pt x="1635506" y="879602"/>
                  </a:lnTo>
                  <a:lnTo>
                    <a:pt x="1635506" y="870458"/>
                  </a:lnTo>
                  <a:lnTo>
                    <a:pt x="1632534" y="870458"/>
                  </a:lnTo>
                  <a:lnTo>
                    <a:pt x="1632534" y="695198"/>
                  </a:lnTo>
                  <a:lnTo>
                    <a:pt x="1635506" y="695198"/>
                  </a:lnTo>
                  <a:lnTo>
                    <a:pt x="1635506" y="686054"/>
                  </a:lnTo>
                  <a:close/>
                </a:path>
                <a:path w="5940425" h="1337309">
                  <a:moveTo>
                    <a:pt x="1655394" y="1138694"/>
                  </a:moveTo>
                  <a:lnTo>
                    <a:pt x="1646250" y="1138694"/>
                  </a:lnTo>
                  <a:lnTo>
                    <a:pt x="1635582" y="1138694"/>
                  </a:lnTo>
                  <a:lnTo>
                    <a:pt x="1635582" y="1141730"/>
                  </a:lnTo>
                  <a:lnTo>
                    <a:pt x="1635582" y="1336802"/>
                  </a:lnTo>
                  <a:lnTo>
                    <a:pt x="1646250" y="1336802"/>
                  </a:lnTo>
                  <a:lnTo>
                    <a:pt x="1646250" y="1141730"/>
                  </a:lnTo>
                  <a:lnTo>
                    <a:pt x="1655394" y="1141730"/>
                  </a:lnTo>
                  <a:lnTo>
                    <a:pt x="1655394" y="1138694"/>
                  </a:lnTo>
                  <a:close/>
                </a:path>
                <a:path w="5940425" h="1337309">
                  <a:moveTo>
                    <a:pt x="1655394" y="686054"/>
                  </a:moveTo>
                  <a:lnTo>
                    <a:pt x="1646250" y="686054"/>
                  </a:lnTo>
                  <a:lnTo>
                    <a:pt x="1635582" y="686054"/>
                  </a:lnTo>
                  <a:lnTo>
                    <a:pt x="1635582" y="879602"/>
                  </a:lnTo>
                  <a:lnTo>
                    <a:pt x="1635582" y="888746"/>
                  </a:lnTo>
                  <a:lnTo>
                    <a:pt x="1646250" y="888746"/>
                  </a:lnTo>
                  <a:lnTo>
                    <a:pt x="1655394" y="888746"/>
                  </a:lnTo>
                  <a:lnTo>
                    <a:pt x="1655394" y="879602"/>
                  </a:lnTo>
                  <a:lnTo>
                    <a:pt x="1655394" y="686054"/>
                  </a:lnTo>
                  <a:close/>
                </a:path>
                <a:path w="5940425" h="1337309">
                  <a:moveTo>
                    <a:pt x="2453970" y="1141730"/>
                  </a:moveTo>
                  <a:lnTo>
                    <a:pt x="2450922" y="1141730"/>
                  </a:lnTo>
                  <a:lnTo>
                    <a:pt x="1664538" y="1141730"/>
                  </a:lnTo>
                  <a:lnTo>
                    <a:pt x="1655394" y="1141730"/>
                  </a:lnTo>
                  <a:lnTo>
                    <a:pt x="1655394" y="1150874"/>
                  </a:lnTo>
                  <a:lnTo>
                    <a:pt x="1664538" y="1150874"/>
                  </a:lnTo>
                  <a:lnTo>
                    <a:pt x="1664538" y="1327658"/>
                  </a:lnTo>
                  <a:lnTo>
                    <a:pt x="1655394" y="1327658"/>
                  </a:lnTo>
                  <a:lnTo>
                    <a:pt x="1655394" y="1336802"/>
                  </a:lnTo>
                  <a:lnTo>
                    <a:pt x="1664538" y="1336802"/>
                  </a:lnTo>
                  <a:lnTo>
                    <a:pt x="2450922" y="1336802"/>
                  </a:lnTo>
                  <a:lnTo>
                    <a:pt x="2453970" y="1336802"/>
                  </a:lnTo>
                  <a:lnTo>
                    <a:pt x="2453970" y="1327658"/>
                  </a:lnTo>
                  <a:lnTo>
                    <a:pt x="2450922" y="1327658"/>
                  </a:lnTo>
                  <a:lnTo>
                    <a:pt x="2441778" y="1327658"/>
                  </a:lnTo>
                  <a:lnTo>
                    <a:pt x="2441778" y="1150874"/>
                  </a:lnTo>
                  <a:lnTo>
                    <a:pt x="2450922" y="1150874"/>
                  </a:lnTo>
                  <a:lnTo>
                    <a:pt x="2453970" y="1150874"/>
                  </a:lnTo>
                  <a:lnTo>
                    <a:pt x="2453970" y="1141730"/>
                  </a:lnTo>
                  <a:close/>
                </a:path>
                <a:path w="5940425" h="1337309">
                  <a:moveTo>
                    <a:pt x="2473769" y="910094"/>
                  </a:moveTo>
                  <a:lnTo>
                    <a:pt x="2463114" y="910094"/>
                  </a:lnTo>
                  <a:lnTo>
                    <a:pt x="2453970" y="910094"/>
                  </a:lnTo>
                  <a:lnTo>
                    <a:pt x="2453970" y="913130"/>
                  </a:lnTo>
                  <a:lnTo>
                    <a:pt x="2453970" y="922274"/>
                  </a:lnTo>
                  <a:lnTo>
                    <a:pt x="2453970" y="1099058"/>
                  </a:lnTo>
                  <a:lnTo>
                    <a:pt x="2450922" y="1099058"/>
                  </a:lnTo>
                  <a:lnTo>
                    <a:pt x="2450922" y="922274"/>
                  </a:lnTo>
                  <a:lnTo>
                    <a:pt x="2453970" y="922274"/>
                  </a:lnTo>
                  <a:lnTo>
                    <a:pt x="2453970" y="913130"/>
                  </a:lnTo>
                  <a:lnTo>
                    <a:pt x="2450922" y="913130"/>
                  </a:lnTo>
                  <a:lnTo>
                    <a:pt x="1664538" y="913130"/>
                  </a:lnTo>
                  <a:lnTo>
                    <a:pt x="1655394" y="913130"/>
                  </a:lnTo>
                  <a:lnTo>
                    <a:pt x="1655394" y="922274"/>
                  </a:lnTo>
                  <a:lnTo>
                    <a:pt x="1664538" y="922274"/>
                  </a:lnTo>
                  <a:lnTo>
                    <a:pt x="1664538" y="1099058"/>
                  </a:lnTo>
                  <a:lnTo>
                    <a:pt x="1655394" y="1099058"/>
                  </a:lnTo>
                  <a:lnTo>
                    <a:pt x="1655394" y="1108202"/>
                  </a:lnTo>
                  <a:lnTo>
                    <a:pt x="2473769" y="1108202"/>
                  </a:lnTo>
                  <a:lnTo>
                    <a:pt x="2473769" y="913130"/>
                  </a:lnTo>
                  <a:lnTo>
                    <a:pt x="2473769" y="910094"/>
                  </a:lnTo>
                  <a:close/>
                </a:path>
                <a:path w="5940425" h="1337309">
                  <a:moveTo>
                    <a:pt x="2473769" y="683006"/>
                  </a:moveTo>
                  <a:lnTo>
                    <a:pt x="2463114" y="683006"/>
                  </a:lnTo>
                  <a:lnTo>
                    <a:pt x="2453970" y="683006"/>
                  </a:lnTo>
                  <a:lnTo>
                    <a:pt x="2453970" y="686054"/>
                  </a:lnTo>
                  <a:lnTo>
                    <a:pt x="2453970" y="879602"/>
                  </a:lnTo>
                  <a:lnTo>
                    <a:pt x="2453970" y="888746"/>
                  </a:lnTo>
                  <a:lnTo>
                    <a:pt x="2463114" y="888746"/>
                  </a:lnTo>
                  <a:lnTo>
                    <a:pt x="2473769" y="888746"/>
                  </a:lnTo>
                  <a:lnTo>
                    <a:pt x="2473769" y="879602"/>
                  </a:lnTo>
                  <a:lnTo>
                    <a:pt x="2473769" y="686054"/>
                  </a:lnTo>
                  <a:lnTo>
                    <a:pt x="2473769" y="683006"/>
                  </a:lnTo>
                  <a:close/>
                </a:path>
                <a:path w="5940425" h="1337309">
                  <a:moveTo>
                    <a:pt x="5939993" y="686054"/>
                  </a:moveTo>
                  <a:lnTo>
                    <a:pt x="5932373" y="686054"/>
                  </a:lnTo>
                  <a:lnTo>
                    <a:pt x="5932373" y="684530"/>
                  </a:lnTo>
                  <a:lnTo>
                    <a:pt x="2482926" y="684530"/>
                  </a:lnTo>
                  <a:lnTo>
                    <a:pt x="2482926" y="686054"/>
                  </a:lnTo>
                  <a:lnTo>
                    <a:pt x="2473782" y="686054"/>
                  </a:lnTo>
                  <a:lnTo>
                    <a:pt x="2473782" y="695198"/>
                  </a:lnTo>
                  <a:lnTo>
                    <a:pt x="2482926" y="695198"/>
                  </a:lnTo>
                  <a:lnTo>
                    <a:pt x="2482926" y="870458"/>
                  </a:lnTo>
                  <a:lnTo>
                    <a:pt x="2473782" y="870458"/>
                  </a:lnTo>
                  <a:lnTo>
                    <a:pt x="2473782" y="879602"/>
                  </a:lnTo>
                  <a:lnTo>
                    <a:pt x="2482926" y="879602"/>
                  </a:lnTo>
                  <a:lnTo>
                    <a:pt x="2482926" y="881126"/>
                  </a:lnTo>
                  <a:lnTo>
                    <a:pt x="5932373" y="881126"/>
                  </a:lnTo>
                  <a:lnTo>
                    <a:pt x="5932373" y="879602"/>
                  </a:lnTo>
                  <a:lnTo>
                    <a:pt x="5939993" y="879602"/>
                  </a:lnTo>
                  <a:lnTo>
                    <a:pt x="5939993" y="870458"/>
                  </a:lnTo>
                  <a:lnTo>
                    <a:pt x="5921705" y="870458"/>
                  </a:lnTo>
                  <a:lnTo>
                    <a:pt x="5921705" y="695198"/>
                  </a:lnTo>
                  <a:lnTo>
                    <a:pt x="5939993" y="695198"/>
                  </a:lnTo>
                  <a:lnTo>
                    <a:pt x="5939993" y="686054"/>
                  </a:lnTo>
                  <a:close/>
                </a:path>
                <a:path w="5940425" h="1337309">
                  <a:moveTo>
                    <a:pt x="5939993" y="457454"/>
                  </a:moveTo>
                  <a:lnTo>
                    <a:pt x="5932373" y="457454"/>
                  </a:lnTo>
                  <a:lnTo>
                    <a:pt x="2482926" y="457454"/>
                  </a:lnTo>
                  <a:lnTo>
                    <a:pt x="2473782" y="457454"/>
                  </a:lnTo>
                  <a:lnTo>
                    <a:pt x="2473782" y="466598"/>
                  </a:lnTo>
                  <a:lnTo>
                    <a:pt x="2482926" y="466598"/>
                  </a:lnTo>
                  <a:lnTo>
                    <a:pt x="2482926" y="643382"/>
                  </a:lnTo>
                  <a:lnTo>
                    <a:pt x="2473782" y="643382"/>
                  </a:lnTo>
                  <a:lnTo>
                    <a:pt x="2473782" y="652526"/>
                  </a:lnTo>
                  <a:lnTo>
                    <a:pt x="2482926" y="652526"/>
                  </a:lnTo>
                  <a:lnTo>
                    <a:pt x="5932373" y="652526"/>
                  </a:lnTo>
                  <a:lnTo>
                    <a:pt x="5939993" y="652526"/>
                  </a:lnTo>
                  <a:lnTo>
                    <a:pt x="5939993" y="643382"/>
                  </a:lnTo>
                  <a:lnTo>
                    <a:pt x="5932373" y="643382"/>
                  </a:lnTo>
                  <a:lnTo>
                    <a:pt x="5921705" y="643382"/>
                  </a:lnTo>
                  <a:lnTo>
                    <a:pt x="5921705" y="466598"/>
                  </a:lnTo>
                  <a:lnTo>
                    <a:pt x="5932373" y="466598"/>
                  </a:lnTo>
                  <a:lnTo>
                    <a:pt x="5939993" y="466598"/>
                  </a:lnTo>
                  <a:lnTo>
                    <a:pt x="5939993" y="457454"/>
                  </a:lnTo>
                  <a:close/>
                </a:path>
                <a:path w="5940425" h="1337309">
                  <a:moveTo>
                    <a:pt x="5939993" y="228600"/>
                  </a:moveTo>
                  <a:lnTo>
                    <a:pt x="5932373" y="228600"/>
                  </a:lnTo>
                  <a:lnTo>
                    <a:pt x="2482926" y="228600"/>
                  </a:lnTo>
                  <a:lnTo>
                    <a:pt x="2473782" y="228600"/>
                  </a:lnTo>
                  <a:lnTo>
                    <a:pt x="2473782" y="237744"/>
                  </a:lnTo>
                  <a:lnTo>
                    <a:pt x="2482926" y="237744"/>
                  </a:lnTo>
                  <a:lnTo>
                    <a:pt x="2482926" y="414528"/>
                  </a:lnTo>
                  <a:lnTo>
                    <a:pt x="2473782" y="414528"/>
                  </a:lnTo>
                  <a:lnTo>
                    <a:pt x="2473782" y="423672"/>
                  </a:lnTo>
                  <a:lnTo>
                    <a:pt x="2482926" y="423672"/>
                  </a:lnTo>
                  <a:lnTo>
                    <a:pt x="5932373" y="423672"/>
                  </a:lnTo>
                  <a:lnTo>
                    <a:pt x="5939993" y="423672"/>
                  </a:lnTo>
                  <a:lnTo>
                    <a:pt x="5939993" y="414528"/>
                  </a:lnTo>
                  <a:lnTo>
                    <a:pt x="5932373" y="414528"/>
                  </a:lnTo>
                  <a:lnTo>
                    <a:pt x="5921705" y="414528"/>
                  </a:lnTo>
                  <a:lnTo>
                    <a:pt x="5921705" y="237744"/>
                  </a:lnTo>
                  <a:lnTo>
                    <a:pt x="5932373" y="237744"/>
                  </a:lnTo>
                  <a:lnTo>
                    <a:pt x="5939993" y="237744"/>
                  </a:lnTo>
                  <a:lnTo>
                    <a:pt x="5939993" y="228600"/>
                  </a:lnTo>
                  <a:close/>
                </a:path>
                <a:path w="5940425" h="1337309">
                  <a:moveTo>
                    <a:pt x="5939993" y="0"/>
                  </a:moveTo>
                  <a:lnTo>
                    <a:pt x="5932373" y="0"/>
                  </a:lnTo>
                  <a:lnTo>
                    <a:pt x="2482926" y="0"/>
                  </a:lnTo>
                  <a:lnTo>
                    <a:pt x="2473782" y="0"/>
                  </a:lnTo>
                  <a:lnTo>
                    <a:pt x="2473782" y="9144"/>
                  </a:lnTo>
                  <a:lnTo>
                    <a:pt x="2482926" y="9144"/>
                  </a:lnTo>
                  <a:lnTo>
                    <a:pt x="2482926" y="185928"/>
                  </a:lnTo>
                  <a:lnTo>
                    <a:pt x="2473782" y="185928"/>
                  </a:lnTo>
                  <a:lnTo>
                    <a:pt x="2473782" y="195072"/>
                  </a:lnTo>
                  <a:lnTo>
                    <a:pt x="2482926" y="195072"/>
                  </a:lnTo>
                  <a:lnTo>
                    <a:pt x="5932373" y="195072"/>
                  </a:lnTo>
                  <a:lnTo>
                    <a:pt x="5939993" y="195072"/>
                  </a:lnTo>
                  <a:lnTo>
                    <a:pt x="5939993" y="185928"/>
                  </a:lnTo>
                  <a:lnTo>
                    <a:pt x="5932373" y="185928"/>
                  </a:lnTo>
                  <a:lnTo>
                    <a:pt x="5921705" y="185928"/>
                  </a:lnTo>
                  <a:lnTo>
                    <a:pt x="5921705" y="9144"/>
                  </a:lnTo>
                  <a:lnTo>
                    <a:pt x="5932373" y="9144"/>
                  </a:lnTo>
                  <a:lnTo>
                    <a:pt x="5939993" y="9144"/>
                  </a:lnTo>
                  <a:lnTo>
                    <a:pt x="59399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96416" y="6363588"/>
              <a:ext cx="2454275" cy="1631314"/>
            </a:xfrm>
            <a:custGeom>
              <a:avLst/>
              <a:gdLst/>
              <a:ahLst/>
              <a:cxnLst/>
              <a:rect l="l" t="t" r="r" b="b"/>
              <a:pathLst>
                <a:path w="2454275" h="1631315">
                  <a:moveTo>
                    <a:pt x="1623314" y="1453984"/>
                  </a:moveTo>
                  <a:lnTo>
                    <a:pt x="18288" y="1453984"/>
                  </a:lnTo>
                  <a:lnTo>
                    <a:pt x="18288" y="1631061"/>
                  </a:lnTo>
                  <a:lnTo>
                    <a:pt x="1623314" y="1631061"/>
                  </a:lnTo>
                  <a:lnTo>
                    <a:pt x="1623314" y="1453984"/>
                  </a:lnTo>
                  <a:close/>
                </a:path>
                <a:path w="2454275" h="1631315">
                  <a:moveTo>
                    <a:pt x="1635506" y="1267968"/>
                  </a:moveTo>
                  <a:lnTo>
                    <a:pt x="1632458" y="1267968"/>
                  </a:lnTo>
                  <a:lnTo>
                    <a:pt x="1632458" y="1266444"/>
                  </a:lnTo>
                  <a:lnTo>
                    <a:pt x="9144" y="1266444"/>
                  </a:lnTo>
                  <a:lnTo>
                    <a:pt x="9144" y="1267968"/>
                  </a:lnTo>
                  <a:lnTo>
                    <a:pt x="0" y="1267968"/>
                  </a:lnTo>
                  <a:lnTo>
                    <a:pt x="0" y="1277112"/>
                  </a:lnTo>
                  <a:lnTo>
                    <a:pt x="9144" y="1277112"/>
                  </a:lnTo>
                  <a:lnTo>
                    <a:pt x="9144" y="1453896"/>
                  </a:lnTo>
                  <a:lnTo>
                    <a:pt x="1632458" y="1453896"/>
                  </a:lnTo>
                  <a:lnTo>
                    <a:pt x="1632458" y="1277112"/>
                  </a:lnTo>
                  <a:lnTo>
                    <a:pt x="1635506" y="1277112"/>
                  </a:lnTo>
                  <a:lnTo>
                    <a:pt x="1635506" y="1267968"/>
                  </a:lnTo>
                  <a:close/>
                </a:path>
                <a:path w="2454275" h="1631315">
                  <a:moveTo>
                    <a:pt x="1635506" y="862596"/>
                  </a:moveTo>
                  <a:lnTo>
                    <a:pt x="1632458" y="862596"/>
                  </a:lnTo>
                  <a:lnTo>
                    <a:pt x="1632458" y="861060"/>
                  </a:lnTo>
                  <a:lnTo>
                    <a:pt x="9144" y="861060"/>
                  </a:lnTo>
                  <a:lnTo>
                    <a:pt x="9144" y="862596"/>
                  </a:lnTo>
                  <a:lnTo>
                    <a:pt x="0" y="862596"/>
                  </a:lnTo>
                  <a:lnTo>
                    <a:pt x="0" y="871728"/>
                  </a:lnTo>
                  <a:lnTo>
                    <a:pt x="9144" y="871728"/>
                  </a:lnTo>
                  <a:lnTo>
                    <a:pt x="9144" y="1048512"/>
                  </a:lnTo>
                  <a:lnTo>
                    <a:pt x="18288" y="1048512"/>
                  </a:lnTo>
                  <a:lnTo>
                    <a:pt x="18288" y="1225296"/>
                  </a:lnTo>
                  <a:lnTo>
                    <a:pt x="9144" y="1225296"/>
                  </a:lnTo>
                  <a:lnTo>
                    <a:pt x="0" y="1225296"/>
                  </a:lnTo>
                  <a:lnTo>
                    <a:pt x="0" y="1234440"/>
                  </a:lnTo>
                  <a:lnTo>
                    <a:pt x="9144" y="1234440"/>
                  </a:lnTo>
                  <a:lnTo>
                    <a:pt x="1632458" y="1234440"/>
                  </a:lnTo>
                  <a:lnTo>
                    <a:pt x="1635506" y="1234440"/>
                  </a:lnTo>
                  <a:lnTo>
                    <a:pt x="1635506" y="1225296"/>
                  </a:lnTo>
                  <a:lnTo>
                    <a:pt x="1632458" y="1225296"/>
                  </a:lnTo>
                  <a:lnTo>
                    <a:pt x="1623314" y="1225296"/>
                  </a:lnTo>
                  <a:lnTo>
                    <a:pt x="1623314" y="1048512"/>
                  </a:lnTo>
                  <a:lnTo>
                    <a:pt x="1632458" y="1048512"/>
                  </a:lnTo>
                  <a:lnTo>
                    <a:pt x="1632458" y="871728"/>
                  </a:lnTo>
                  <a:lnTo>
                    <a:pt x="1635506" y="871728"/>
                  </a:lnTo>
                  <a:lnTo>
                    <a:pt x="1635506" y="862596"/>
                  </a:lnTo>
                  <a:close/>
                </a:path>
                <a:path w="2454275" h="1631315">
                  <a:moveTo>
                    <a:pt x="1635506" y="819924"/>
                  </a:moveTo>
                  <a:lnTo>
                    <a:pt x="1632458" y="819924"/>
                  </a:lnTo>
                  <a:lnTo>
                    <a:pt x="9144" y="819924"/>
                  </a:lnTo>
                  <a:lnTo>
                    <a:pt x="0" y="819924"/>
                  </a:lnTo>
                  <a:lnTo>
                    <a:pt x="0" y="829056"/>
                  </a:lnTo>
                  <a:lnTo>
                    <a:pt x="9144" y="829056"/>
                  </a:lnTo>
                  <a:lnTo>
                    <a:pt x="1632458" y="829056"/>
                  </a:lnTo>
                  <a:lnTo>
                    <a:pt x="1635506" y="829056"/>
                  </a:lnTo>
                  <a:lnTo>
                    <a:pt x="1635506" y="819924"/>
                  </a:lnTo>
                  <a:close/>
                </a:path>
                <a:path w="2454275" h="1631315">
                  <a:moveTo>
                    <a:pt x="1635506" y="633996"/>
                  </a:moveTo>
                  <a:lnTo>
                    <a:pt x="1632458" y="633996"/>
                  </a:lnTo>
                  <a:lnTo>
                    <a:pt x="1632458" y="632472"/>
                  </a:lnTo>
                  <a:lnTo>
                    <a:pt x="9144" y="632472"/>
                  </a:lnTo>
                  <a:lnTo>
                    <a:pt x="9144" y="633996"/>
                  </a:lnTo>
                  <a:lnTo>
                    <a:pt x="0" y="633996"/>
                  </a:lnTo>
                  <a:lnTo>
                    <a:pt x="0" y="643128"/>
                  </a:lnTo>
                  <a:lnTo>
                    <a:pt x="18288" y="643128"/>
                  </a:lnTo>
                  <a:lnTo>
                    <a:pt x="18288" y="819912"/>
                  </a:lnTo>
                  <a:lnTo>
                    <a:pt x="1623314" y="819912"/>
                  </a:lnTo>
                  <a:lnTo>
                    <a:pt x="1623314" y="643128"/>
                  </a:lnTo>
                  <a:lnTo>
                    <a:pt x="1623390" y="819912"/>
                  </a:lnTo>
                  <a:lnTo>
                    <a:pt x="1632534" y="819912"/>
                  </a:lnTo>
                  <a:lnTo>
                    <a:pt x="1632534" y="643128"/>
                  </a:lnTo>
                  <a:lnTo>
                    <a:pt x="1635506" y="643128"/>
                  </a:lnTo>
                  <a:lnTo>
                    <a:pt x="1635506" y="633996"/>
                  </a:lnTo>
                  <a:close/>
                </a:path>
                <a:path w="2454275" h="1631315">
                  <a:moveTo>
                    <a:pt x="1635506" y="591324"/>
                  </a:moveTo>
                  <a:lnTo>
                    <a:pt x="1632458" y="591324"/>
                  </a:lnTo>
                  <a:lnTo>
                    <a:pt x="9144" y="591324"/>
                  </a:lnTo>
                  <a:lnTo>
                    <a:pt x="0" y="591324"/>
                  </a:lnTo>
                  <a:lnTo>
                    <a:pt x="0" y="600456"/>
                  </a:lnTo>
                  <a:lnTo>
                    <a:pt x="9144" y="600456"/>
                  </a:lnTo>
                  <a:lnTo>
                    <a:pt x="1632458" y="600456"/>
                  </a:lnTo>
                  <a:lnTo>
                    <a:pt x="1635506" y="600456"/>
                  </a:lnTo>
                  <a:lnTo>
                    <a:pt x="1635506" y="591324"/>
                  </a:lnTo>
                  <a:close/>
                </a:path>
                <a:path w="2454275" h="1631315">
                  <a:moveTo>
                    <a:pt x="1635506" y="228612"/>
                  </a:moveTo>
                  <a:lnTo>
                    <a:pt x="1632458" y="228612"/>
                  </a:lnTo>
                  <a:lnTo>
                    <a:pt x="1632458" y="227088"/>
                  </a:lnTo>
                  <a:lnTo>
                    <a:pt x="9144" y="227088"/>
                  </a:lnTo>
                  <a:lnTo>
                    <a:pt x="9144" y="228612"/>
                  </a:lnTo>
                  <a:lnTo>
                    <a:pt x="0" y="228612"/>
                  </a:lnTo>
                  <a:lnTo>
                    <a:pt x="0" y="237744"/>
                  </a:lnTo>
                  <a:lnTo>
                    <a:pt x="9144" y="237744"/>
                  </a:lnTo>
                  <a:lnTo>
                    <a:pt x="9144" y="414528"/>
                  </a:lnTo>
                  <a:lnTo>
                    <a:pt x="18288" y="414528"/>
                  </a:lnTo>
                  <a:lnTo>
                    <a:pt x="18288" y="591312"/>
                  </a:lnTo>
                  <a:lnTo>
                    <a:pt x="1623314" y="591312"/>
                  </a:lnTo>
                  <a:lnTo>
                    <a:pt x="1623314" y="414528"/>
                  </a:lnTo>
                  <a:lnTo>
                    <a:pt x="1623390" y="591312"/>
                  </a:lnTo>
                  <a:lnTo>
                    <a:pt x="1632534" y="591312"/>
                  </a:lnTo>
                  <a:lnTo>
                    <a:pt x="1632534" y="414528"/>
                  </a:lnTo>
                  <a:lnTo>
                    <a:pt x="1632458" y="237744"/>
                  </a:lnTo>
                  <a:lnTo>
                    <a:pt x="1635506" y="237744"/>
                  </a:lnTo>
                  <a:lnTo>
                    <a:pt x="1635506" y="228612"/>
                  </a:lnTo>
                  <a:close/>
                </a:path>
                <a:path w="2454275" h="1631315">
                  <a:moveTo>
                    <a:pt x="1655394" y="630948"/>
                  </a:moveTo>
                  <a:lnTo>
                    <a:pt x="1646250" y="630948"/>
                  </a:lnTo>
                  <a:lnTo>
                    <a:pt x="1635582" y="630948"/>
                  </a:lnTo>
                  <a:lnTo>
                    <a:pt x="1635582" y="633984"/>
                  </a:lnTo>
                  <a:lnTo>
                    <a:pt x="1635582" y="829056"/>
                  </a:lnTo>
                  <a:lnTo>
                    <a:pt x="1646250" y="829056"/>
                  </a:lnTo>
                  <a:lnTo>
                    <a:pt x="1655394" y="829056"/>
                  </a:lnTo>
                  <a:lnTo>
                    <a:pt x="1655394" y="633984"/>
                  </a:lnTo>
                  <a:lnTo>
                    <a:pt x="1655394" y="630948"/>
                  </a:lnTo>
                  <a:close/>
                </a:path>
                <a:path w="2454275" h="1631315">
                  <a:moveTo>
                    <a:pt x="2441778" y="641604"/>
                  </a:moveTo>
                  <a:lnTo>
                    <a:pt x="1673682" y="641604"/>
                  </a:lnTo>
                  <a:lnTo>
                    <a:pt x="1664538" y="641604"/>
                  </a:lnTo>
                  <a:lnTo>
                    <a:pt x="1664538" y="819912"/>
                  </a:lnTo>
                  <a:lnTo>
                    <a:pt x="1673682" y="819912"/>
                  </a:lnTo>
                  <a:lnTo>
                    <a:pt x="2441778" y="819912"/>
                  </a:lnTo>
                  <a:lnTo>
                    <a:pt x="2441778" y="641604"/>
                  </a:lnTo>
                  <a:close/>
                </a:path>
                <a:path w="2454275" h="1631315">
                  <a:moveTo>
                    <a:pt x="2453970" y="228612"/>
                  </a:moveTo>
                  <a:lnTo>
                    <a:pt x="2450922" y="228612"/>
                  </a:lnTo>
                  <a:lnTo>
                    <a:pt x="2450922" y="227088"/>
                  </a:lnTo>
                  <a:lnTo>
                    <a:pt x="1664538" y="227088"/>
                  </a:lnTo>
                  <a:lnTo>
                    <a:pt x="1664538" y="228612"/>
                  </a:lnTo>
                  <a:lnTo>
                    <a:pt x="1655394" y="228612"/>
                  </a:lnTo>
                  <a:lnTo>
                    <a:pt x="1655394" y="225564"/>
                  </a:lnTo>
                  <a:lnTo>
                    <a:pt x="1646250" y="225564"/>
                  </a:lnTo>
                  <a:lnTo>
                    <a:pt x="1635582" y="225564"/>
                  </a:lnTo>
                  <a:lnTo>
                    <a:pt x="1635582" y="228600"/>
                  </a:lnTo>
                  <a:lnTo>
                    <a:pt x="1635582" y="600456"/>
                  </a:lnTo>
                  <a:lnTo>
                    <a:pt x="1635582" y="609600"/>
                  </a:lnTo>
                  <a:lnTo>
                    <a:pt x="1646250" y="609600"/>
                  </a:lnTo>
                  <a:lnTo>
                    <a:pt x="1655394" y="609600"/>
                  </a:lnTo>
                  <a:lnTo>
                    <a:pt x="1655394" y="600456"/>
                  </a:lnTo>
                  <a:lnTo>
                    <a:pt x="1664538" y="600456"/>
                  </a:lnTo>
                  <a:lnTo>
                    <a:pt x="2450922" y="600456"/>
                  </a:lnTo>
                  <a:lnTo>
                    <a:pt x="2453970" y="600456"/>
                  </a:lnTo>
                  <a:lnTo>
                    <a:pt x="2453970" y="591324"/>
                  </a:lnTo>
                  <a:lnTo>
                    <a:pt x="2450922" y="591324"/>
                  </a:lnTo>
                  <a:lnTo>
                    <a:pt x="1664538" y="591324"/>
                  </a:lnTo>
                  <a:lnTo>
                    <a:pt x="1655394" y="591324"/>
                  </a:lnTo>
                  <a:lnTo>
                    <a:pt x="1655394" y="237744"/>
                  </a:lnTo>
                  <a:lnTo>
                    <a:pt x="1664538" y="237744"/>
                  </a:lnTo>
                  <a:lnTo>
                    <a:pt x="1664538" y="414528"/>
                  </a:lnTo>
                  <a:lnTo>
                    <a:pt x="1664538" y="591312"/>
                  </a:lnTo>
                  <a:lnTo>
                    <a:pt x="1673682" y="591312"/>
                  </a:lnTo>
                  <a:lnTo>
                    <a:pt x="2441778" y="591312"/>
                  </a:lnTo>
                  <a:lnTo>
                    <a:pt x="2441778" y="414528"/>
                  </a:lnTo>
                  <a:lnTo>
                    <a:pt x="2450922" y="414528"/>
                  </a:lnTo>
                  <a:lnTo>
                    <a:pt x="2450922" y="237744"/>
                  </a:lnTo>
                  <a:lnTo>
                    <a:pt x="2453970" y="237744"/>
                  </a:lnTo>
                  <a:lnTo>
                    <a:pt x="2453970" y="228612"/>
                  </a:lnTo>
                  <a:close/>
                </a:path>
                <a:path w="2454275" h="1631315">
                  <a:moveTo>
                    <a:pt x="2453970" y="0"/>
                  </a:moveTo>
                  <a:lnTo>
                    <a:pt x="1655394" y="0"/>
                  </a:lnTo>
                  <a:lnTo>
                    <a:pt x="1646250" y="0"/>
                  </a:lnTo>
                  <a:lnTo>
                    <a:pt x="1646250" y="195072"/>
                  </a:lnTo>
                  <a:lnTo>
                    <a:pt x="1655394" y="195072"/>
                  </a:lnTo>
                  <a:lnTo>
                    <a:pt x="1655394" y="9144"/>
                  </a:lnTo>
                  <a:lnTo>
                    <a:pt x="2453970" y="9144"/>
                  </a:lnTo>
                  <a:lnTo>
                    <a:pt x="24539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85748" y="925829"/>
          <a:ext cx="5966460" cy="465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810"/>
                <a:gridCol w="818514"/>
                <a:gridCol w="3479165"/>
              </a:tblGrid>
              <a:tr h="228091"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838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bureauSelection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tinyint(1)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selection.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30604" y="2669793"/>
            <a:ext cx="8623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95"/>
              </a:spcBef>
              <a:buSzPct val="112500"/>
              <a:buFont typeface="Symbol"/>
              <a:buChar char=""/>
              <a:tabLst>
                <a:tab pos="2413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Let</a:t>
            </a:r>
            <a:r>
              <a:rPr dirty="0" sz="1600" spc="-15" b="1">
                <a:latin typeface="Times New Roman"/>
                <a:cs typeface="Times New Roman"/>
              </a:rPr>
              <a:t>t</a:t>
            </a:r>
            <a:r>
              <a:rPr dirty="0" sz="1600" spc="-5" b="1">
                <a:latin typeface="Times New Roman"/>
                <a:cs typeface="Times New Roman"/>
              </a:rPr>
              <a:t>e</a:t>
            </a:r>
            <a:r>
              <a:rPr dirty="0" sz="1600" b="1">
                <a:latin typeface="Times New Roman"/>
                <a:cs typeface="Times New Roman"/>
              </a:rPr>
              <a:t>r</a:t>
            </a:r>
            <a:r>
              <a:rPr dirty="0" sz="1600" spc="-5" b="1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85748" y="3092449"/>
          <a:ext cx="5876290" cy="2948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6750"/>
                <a:gridCol w="912494"/>
                <a:gridCol w="3013710"/>
              </a:tblGrid>
              <a:tr h="227838"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98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identifier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each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identifier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 the 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letter_ref_letter_category_u_id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179070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category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707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letter_title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varchar(512)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Title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letter_description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varchar(1024)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summary 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letter_text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longtext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Text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content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letter_status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  <a:r>
                        <a:rPr dirty="0" sz="1050" spc="-3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3317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createdAt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539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time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letter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was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created.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190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85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updatedAt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and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time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was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last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updated.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7837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letter_category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Category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764915" y="3133597"/>
            <a:ext cx="2963545" cy="178435"/>
          </a:xfrm>
          <a:custGeom>
            <a:avLst/>
            <a:gdLst/>
            <a:ahLst/>
            <a:cxnLst/>
            <a:rect l="l" t="t" r="r" b="b"/>
            <a:pathLst>
              <a:path w="2963545" h="178435">
                <a:moveTo>
                  <a:pt x="2963291" y="0"/>
                </a:moveTo>
                <a:lnTo>
                  <a:pt x="0" y="0"/>
                </a:lnTo>
                <a:lnTo>
                  <a:pt x="0" y="178307"/>
                </a:lnTo>
                <a:lnTo>
                  <a:pt x="2963291" y="178307"/>
                </a:lnTo>
                <a:lnTo>
                  <a:pt x="296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64915" y="3362273"/>
            <a:ext cx="2963545" cy="177165"/>
          </a:xfrm>
          <a:custGeom>
            <a:avLst/>
            <a:gdLst/>
            <a:ahLst/>
            <a:cxnLst/>
            <a:rect l="l" t="t" r="r" b="b"/>
            <a:pathLst>
              <a:path w="2963545" h="177164">
                <a:moveTo>
                  <a:pt x="2963291" y="0"/>
                </a:moveTo>
                <a:lnTo>
                  <a:pt x="0" y="0"/>
                </a:lnTo>
                <a:lnTo>
                  <a:pt x="0" y="177088"/>
                </a:lnTo>
                <a:lnTo>
                  <a:pt x="2963291" y="177088"/>
                </a:lnTo>
                <a:lnTo>
                  <a:pt x="296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64915" y="3591178"/>
            <a:ext cx="2963545" cy="177165"/>
          </a:xfrm>
          <a:custGeom>
            <a:avLst/>
            <a:gdLst/>
            <a:ahLst/>
            <a:cxnLst/>
            <a:rect l="l" t="t" r="r" b="b"/>
            <a:pathLst>
              <a:path w="2963545" h="177164">
                <a:moveTo>
                  <a:pt x="2963291" y="0"/>
                </a:moveTo>
                <a:lnTo>
                  <a:pt x="0" y="0"/>
                </a:lnTo>
                <a:lnTo>
                  <a:pt x="0" y="176783"/>
                </a:lnTo>
                <a:lnTo>
                  <a:pt x="2963291" y="176783"/>
                </a:lnTo>
                <a:lnTo>
                  <a:pt x="296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64915" y="3819778"/>
            <a:ext cx="2963545" cy="353695"/>
          </a:xfrm>
          <a:custGeom>
            <a:avLst/>
            <a:gdLst/>
            <a:ahLst/>
            <a:cxnLst/>
            <a:rect l="l" t="t" r="r" b="b"/>
            <a:pathLst>
              <a:path w="2963545" h="353695">
                <a:moveTo>
                  <a:pt x="2963291" y="176796"/>
                </a:moveTo>
                <a:lnTo>
                  <a:pt x="0" y="176796"/>
                </a:lnTo>
                <a:lnTo>
                  <a:pt x="0" y="353580"/>
                </a:lnTo>
                <a:lnTo>
                  <a:pt x="2963291" y="353580"/>
                </a:lnTo>
                <a:lnTo>
                  <a:pt x="2963291" y="176796"/>
                </a:lnTo>
                <a:close/>
              </a:path>
              <a:path w="2963545" h="353695">
                <a:moveTo>
                  <a:pt x="2963291" y="0"/>
                </a:moveTo>
                <a:lnTo>
                  <a:pt x="0" y="0"/>
                </a:lnTo>
                <a:lnTo>
                  <a:pt x="0" y="176784"/>
                </a:lnTo>
                <a:lnTo>
                  <a:pt x="2963291" y="176784"/>
                </a:lnTo>
                <a:lnTo>
                  <a:pt x="296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64915" y="4225162"/>
            <a:ext cx="2963545" cy="177165"/>
          </a:xfrm>
          <a:custGeom>
            <a:avLst/>
            <a:gdLst/>
            <a:ahLst/>
            <a:cxnLst/>
            <a:rect l="l" t="t" r="r" b="b"/>
            <a:pathLst>
              <a:path w="2963545" h="177164">
                <a:moveTo>
                  <a:pt x="2963291" y="0"/>
                </a:moveTo>
                <a:lnTo>
                  <a:pt x="0" y="0"/>
                </a:lnTo>
                <a:lnTo>
                  <a:pt x="0" y="176784"/>
                </a:lnTo>
                <a:lnTo>
                  <a:pt x="2963291" y="176784"/>
                </a:lnTo>
                <a:lnTo>
                  <a:pt x="296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64915" y="4452238"/>
            <a:ext cx="2963545" cy="178435"/>
          </a:xfrm>
          <a:custGeom>
            <a:avLst/>
            <a:gdLst/>
            <a:ahLst/>
            <a:cxnLst/>
            <a:rect l="l" t="t" r="r" b="b"/>
            <a:pathLst>
              <a:path w="2963545" h="178435">
                <a:moveTo>
                  <a:pt x="2963291" y="0"/>
                </a:moveTo>
                <a:lnTo>
                  <a:pt x="0" y="0"/>
                </a:lnTo>
                <a:lnTo>
                  <a:pt x="0" y="178308"/>
                </a:lnTo>
                <a:lnTo>
                  <a:pt x="2963291" y="178308"/>
                </a:lnTo>
                <a:lnTo>
                  <a:pt x="296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52039" y="4680838"/>
            <a:ext cx="861060" cy="177165"/>
          </a:xfrm>
          <a:custGeom>
            <a:avLst/>
            <a:gdLst/>
            <a:ahLst/>
            <a:cxnLst/>
            <a:rect l="l" t="t" r="r" b="b"/>
            <a:pathLst>
              <a:path w="861060" h="177164">
                <a:moveTo>
                  <a:pt x="861060" y="0"/>
                </a:moveTo>
                <a:lnTo>
                  <a:pt x="0" y="0"/>
                </a:lnTo>
                <a:lnTo>
                  <a:pt x="0" y="176784"/>
                </a:lnTo>
                <a:lnTo>
                  <a:pt x="861060" y="176784"/>
                </a:lnTo>
                <a:lnTo>
                  <a:pt x="8610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64915" y="4680838"/>
            <a:ext cx="2963545" cy="177165"/>
          </a:xfrm>
          <a:custGeom>
            <a:avLst/>
            <a:gdLst/>
            <a:ahLst/>
            <a:cxnLst/>
            <a:rect l="l" t="t" r="r" b="b"/>
            <a:pathLst>
              <a:path w="2963545" h="177164">
                <a:moveTo>
                  <a:pt x="2963291" y="0"/>
                </a:moveTo>
                <a:lnTo>
                  <a:pt x="0" y="0"/>
                </a:lnTo>
                <a:lnTo>
                  <a:pt x="0" y="176784"/>
                </a:lnTo>
                <a:lnTo>
                  <a:pt x="2963291" y="176784"/>
                </a:lnTo>
                <a:lnTo>
                  <a:pt x="296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52039" y="4909438"/>
            <a:ext cx="861060" cy="177165"/>
          </a:xfrm>
          <a:custGeom>
            <a:avLst/>
            <a:gdLst/>
            <a:ahLst/>
            <a:cxnLst/>
            <a:rect l="l" t="t" r="r" b="b"/>
            <a:pathLst>
              <a:path w="861060" h="177164">
                <a:moveTo>
                  <a:pt x="861060" y="0"/>
                </a:moveTo>
                <a:lnTo>
                  <a:pt x="0" y="0"/>
                </a:lnTo>
                <a:lnTo>
                  <a:pt x="0" y="176784"/>
                </a:lnTo>
                <a:lnTo>
                  <a:pt x="861060" y="176784"/>
                </a:lnTo>
                <a:lnTo>
                  <a:pt x="8610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64915" y="4909438"/>
            <a:ext cx="2963545" cy="177165"/>
          </a:xfrm>
          <a:custGeom>
            <a:avLst/>
            <a:gdLst/>
            <a:ahLst/>
            <a:cxnLst/>
            <a:rect l="l" t="t" r="r" b="b"/>
            <a:pathLst>
              <a:path w="2963545" h="177164">
                <a:moveTo>
                  <a:pt x="2963291" y="0"/>
                </a:moveTo>
                <a:lnTo>
                  <a:pt x="0" y="0"/>
                </a:lnTo>
                <a:lnTo>
                  <a:pt x="0" y="176784"/>
                </a:lnTo>
                <a:lnTo>
                  <a:pt x="2963291" y="176784"/>
                </a:lnTo>
                <a:lnTo>
                  <a:pt x="296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52039" y="5136514"/>
            <a:ext cx="861060" cy="178435"/>
          </a:xfrm>
          <a:custGeom>
            <a:avLst/>
            <a:gdLst/>
            <a:ahLst/>
            <a:cxnLst/>
            <a:rect l="l" t="t" r="r" b="b"/>
            <a:pathLst>
              <a:path w="861060" h="178435">
                <a:moveTo>
                  <a:pt x="861060" y="0"/>
                </a:moveTo>
                <a:lnTo>
                  <a:pt x="0" y="0"/>
                </a:lnTo>
                <a:lnTo>
                  <a:pt x="0" y="178308"/>
                </a:lnTo>
                <a:lnTo>
                  <a:pt x="861060" y="178308"/>
                </a:lnTo>
                <a:lnTo>
                  <a:pt x="8610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64915" y="5136514"/>
            <a:ext cx="2963545" cy="178435"/>
          </a:xfrm>
          <a:custGeom>
            <a:avLst/>
            <a:gdLst/>
            <a:ahLst/>
            <a:cxnLst/>
            <a:rect l="l" t="t" r="r" b="b"/>
            <a:pathLst>
              <a:path w="2963545" h="178435">
                <a:moveTo>
                  <a:pt x="2963291" y="0"/>
                </a:moveTo>
                <a:lnTo>
                  <a:pt x="0" y="0"/>
                </a:lnTo>
                <a:lnTo>
                  <a:pt x="0" y="178308"/>
                </a:lnTo>
                <a:lnTo>
                  <a:pt x="2963291" y="178308"/>
                </a:lnTo>
                <a:lnTo>
                  <a:pt x="296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52039" y="5365114"/>
            <a:ext cx="861060" cy="178435"/>
          </a:xfrm>
          <a:custGeom>
            <a:avLst/>
            <a:gdLst/>
            <a:ahLst/>
            <a:cxnLst/>
            <a:rect l="l" t="t" r="r" b="b"/>
            <a:pathLst>
              <a:path w="861060" h="178435">
                <a:moveTo>
                  <a:pt x="861060" y="0"/>
                </a:moveTo>
                <a:lnTo>
                  <a:pt x="0" y="0"/>
                </a:lnTo>
                <a:lnTo>
                  <a:pt x="0" y="178308"/>
                </a:lnTo>
                <a:lnTo>
                  <a:pt x="861060" y="178308"/>
                </a:lnTo>
                <a:lnTo>
                  <a:pt x="8610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64915" y="5365114"/>
            <a:ext cx="2963545" cy="178435"/>
          </a:xfrm>
          <a:custGeom>
            <a:avLst/>
            <a:gdLst/>
            <a:ahLst/>
            <a:cxnLst/>
            <a:rect l="l" t="t" r="r" b="b"/>
            <a:pathLst>
              <a:path w="2963545" h="178435">
                <a:moveTo>
                  <a:pt x="2963291" y="0"/>
                </a:moveTo>
                <a:lnTo>
                  <a:pt x="0" y="0"/>
                </a:lnTo>
                <a:lnTo>
                  <a:pt x="0" y="178308"/>
                </a:lnTo>
                <a:lnTo>
                  <a:pt x="2963291" y="178308"/>
                </a:lnTo>
                <a:lnTo>
                  <a:pt x="296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14704" y="5822568"/>
            <a:ext cx="1887220" cy="177165"/>
          </a:xfrm>
          <a:custGeom>
            <a:avLst/>
            <a:gdLst/>
            <a:ahLst/>
            <a:cxnLst/>
            <a:rect l="l" t="t" r="r" b="b"/>
            <a:pathLst>
              <a:path w="1887220" h="177164">
                <a:moveTo>
                  <a:pt x="1886966" y="0"/>
                </a:moveTo>
                <a:lnTo>
                  <a:pt x="0" y="0"/>
                </a:lnTo>
                <a:lnTo>
                  <a:pt x="0" y="176784"/>
                </a:lnTo>
                <a:lnTo>
                  <a:pt x="1886966" y="176784"/>
                </a:lnTo>
                <a:lnTo>
                  <a:pt x="18869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52039" y="5822568"/>
            <a:ext cx="861060" cy="177165"/>
          </a:xfrm>
          <a:custGeom>
            <a:avLst/>
            <a:gdLst/>
            <a:ahLst/>
            <a:cxnLst/>
            <a:rect l="l" t="t" r="r" b="b"/>
            <a:pathLst>
              <a:path w="861060" h="177164">
                <a:moveTo>
                  <a:pt x="861060" y="0"/>
                </a:moveTo>
                <a:lnTo>
                  <a:pt x="0" y="0"/>
                </a:lnTo>
                <a:lnTo>
                  <a:pt x="0" y="176784"/>
                </a:lnTo>
                <a:lnTo>
                  <a:pt x="861060" y="176784"/>
                </a:lnTo>
                <a:lnTo>
                  <a:pt x="8610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130604" y="6331076"/>
            <a:ext cx="13360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Saved_letter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4704" y="6794880"/>
            <a:ext cx="1692275" cy="177165"/>
          </a:xfrm>
          <a:custGeom>
            <a:avLst/>
            <a:gdLst/>
            <a:ahLst/>
            <a:cxnLst/>
            <a:rect l="l" t="t" r="r" b="b"/>
            <a:pathLst>
              <a:path w="1692275" h="177165">
                <a:moveTo>
                  <a:pt x="1691894" y="0"/>
                </a:moveTo>
                <a:lnTo>
                  <a:pt x="0" y="0"/>
                </a:lnTo>
                <a:lnTo>
                  <a:pt x="0" y="176784"/>
                </a:lnTo>
                <a:lnTo>
                  <a:pt x="1691894" y="176784"/>
                </a:lnTo>
                <a:lnTo>
                  <a:pt x="16918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85748" y="6753732"/>
          <a:ext cx="5876290" cy="2830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2439"/>
                <a:gridCol w="857250"/>
                <a:gridCol w="3262629"/>
              </a:tblGrid>
              <a:tr h="226313">
                <a:tc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3012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identifier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each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9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client_id_int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368935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identifier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saved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saved_letter_ref_client_u_id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368935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Reference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client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saved_letter_title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Title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 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saved_letter_note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varchar(1000)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Note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additional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information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about 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saved_letter_text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longtext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Text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content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saved 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9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saved_letter_print_status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539115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Print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(0=not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printed,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1=printed).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1864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saved_letter_status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 (0=deleted,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1=active).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2658491" y="6794880"/>
            <a:ext cx="806450" cy="177165"/>
          </a:xfrm>
          <a:custGeom>
            <a:avLst/>
            <a:gdLst/>
            <a:ahLst/>
            <a:cxnLst/>
            <a:rect l="l" t="t" r="r" b="b"/>
            <a:pathLst>
              <a:path w="806450" h="177165">
                <a:moveTo>
                  <a:pt x="806195" y="0"/>
                </a:moveTo>
                <a:lnTo>
                  <a:pt x="0" y="0"/>
                </a:lnTo>
                <a:lnTo>
                  <a:pt x="0" y="176784"/>
                </a:lnTo>
                <a:lnTo>
                  <a:pt x="806195" y="176784"/>
                </a:lnTo>
                <a:lnTo>
                  <a:pt x="8061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05560" y="7021956"/>
            <a:ext cx="2559685" cy="584200"/>
          </a:xfrm>
          <a:custGeom>
            <a:avLst/>
            <a:gdLst/>
            <a:ahLst/>
            <a:cxnLst/>
            <a:rect l="l" t="t" r="r" b="b"/>
            <a:pathLst>
              <a:path w="2559685" h="584200">
                <a:moveTo>
                  <a:pt x="1701038" y="0"/>
                </a:moveTo>
                <a:lnTo>
                  <a:pt x="9144" y="0"/>
                </a:lnTo>
                <a:lnTo>
                  <a:pt x="9144" y="178308"/>
                </a:lnTo>
                <a:lnTo>
                  <a:pt x="1701038" y="178308"/>
                </a:lnTo>
                <a:lnTo>
                  <a:pt x="1701038" y="0"/>
                </a:lnTo>
                <a:close/>
              </a:path>
              <a:path w="2559685" h="584200">
                <a:moveTo>
                  <a:pt x="1711706" y="219456"/>
                </a:moveTo>
                <a:lnTo>
                  <a:pt x="0" y="219456"/>
                </a:lnTo>
                <a:lnTo>
                  <a:pt x="0" y="406908"/>
                </a:lnTo>
                <a:lnTo>
                  <a:pt x="9144" y="406908"/>
                </a:lnTo>
                <a:lnTo>
                  <a:pt x="9144" y="583692"/>
                </a:lnTo>
                <a:lnTo>
                  <a:pt x="1701038" y="583692"/>
                </a:lnTo>
                <a:lnTo>
                  <a:pt x="1701038" y="406908"/>
                </a:lnTo>
                <a:lnTo>
                  <a:pt x="1711706" y="406908"/>
                </a:lnTo>
                <a:lnTo>
                  <a:pt x="1711706" y="219456"/>
                </a:lnTo>
                <a:close/>
              </a:path>
              <a:path w="2559685" h="584200">
                <a:moveTo>
                  <a:pt x="2559126" y="0"/>
                </a:moveTo>
                <a:lnTo>
                  <a:pt x="1752930" y="0"/>
                </a:lnTo>
                <a:lnTo>
                  <a:pt x="1752930" y="178308"/>
                </a:lnTo>
                <a:lnTo>
                  <a:pt x="2559126" y="178308"/>
                </a:lnTo>
                <a:lnTo>
                  <a:pt x="25591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14704" y="7655940"/>
            <a:ext cx="1692275" cy="178435"/>
          </a:xfrm>
          <a:custGeom>
            <a:avLst/>
            <a:gdLst/>
            <a:ahLst/>
            <a:cxnLst/>
            <a:rect l="l" t="t" r="r" b="b"/>
            <a:pathLst>
              <a:path w="1692275" h="178434">
                <a:moveTo>
                  <a:pt x="1691894" y="0"/>
                </a:moveTo>
                <a:lnTo>
                  <a:pt x="0" y="0"/>
                </a:lnTo>
                <a:lnTo>
                  <a:pt x="0" y="178308"/>
                </a:lnTo>
                <a:lnTo>
                  <a:pt x="1691894" y="178308"/>
                </a:lnTo>
                <a:lnTo>
                  <a:pt x="16918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85748" y="925829"/>
          <a:ext cx="5876290" cy="4787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2439"/>
                <a:gridCol w="857250"/>
                <a:gridCol w="3262629"/>
              </a:tblGrid>
              <a:tr h="228091">
                <a:tc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saved_letter_modified_date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601980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and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time when the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 letter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was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last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modified.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saved_letter_create_date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and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time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was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saved_letter_generated_date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and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time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was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generated.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saved_letter_url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varchar(1000)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URL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associated with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saved_letter_counter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Counter for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saved 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isDeleted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 letter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deleted.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076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letter_printed_date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and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time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 letter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was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printed.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fax_message_id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bigint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fax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message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fax_message_status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191135">
                        <a:lnSpc>
                          <a:spcPct val="110700"/>
                        </a:lnSpc>
                        <a:spcBef>
                          <a:spcPts val="14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Status of the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fax message associated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 the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84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isDownloaded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 downloaded.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templateId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varchar(100)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template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157480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identifier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creditor associated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the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letter_tab_name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varchar(725)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Tab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is_interim_letter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287655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 an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interim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53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is_secondary_bureau_letter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tinyint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765" marR="180975">
                        <a:lnSpc>
                          <a:spcPct val="111400"/>
                        </a:lnSpc>
                        <a:spcBef>
                          <a:spcPts val="125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Indicator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whether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</a:t>
                      </a:r>
                      <a:r>
                        <a:rPr dirty="0" sz="1050" spc="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secondary </a:t>
                      </a:r>
                      <a:r>
                        <a:rPr dirty="0" sz="1050" spc="-27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 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58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092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letter_type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 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saved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letter.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640203" y="2722130"/>
            <a:ext cx="4106545" cy="2959100"/>
          </a:xfrm>
          <a:custGeom>
            <a:avLst/>
            <a:gdLst/>
            <a:ahLst/>
            <a:cxnLst/>
            <a:rect l="l" t="t" r="r" b="b"/>
            <a:pathLst>
              <a:path w="4106545" h="2959100">
                <a:moveTo>
                  <a:pt x="847331" y="2358009"/>
                </a:moveTo>
                <a:lnTo>
                  <a:pt x="836676" y="2358009"/>
                </a:lnTo>
                <a:lnTo>
                  <a:pt x="836676" y="2729852"/>
                </a:lnTo>
                <a:lnTo>
                  <a:pt x="836676" y="2738996"/>
                </a:lnTo>
                <a:lnTo>
                  <a:pt x="847331" y="2738996"/>
                </a:lnTo>
                <a:lnTo>
                  <a:pt x="847331" y="2729852"/>
                </a:lnTo>
                <a:lnTo>
                  <a:pt x="847331" y="2358009"/>
                </a:lnTo>
                <a:close/>
              </a:path>
              <a:path w="4106545" h="2959100">
                <a:moveTo>
                  <a:pt x="847331" y="2354961"/>
                </a:moveTo>
                <a:lnTo>
                  <a:pt x="836676" y="2354961"/>
                </a:lnTo>
                <a:lnTo>
                  <a:pt x="836676" y="2357996"/>
                </a:lnTo>
                <a:lnTo>
                  <a:pt x="847331" y="2357996"/>
                </a:lnTo>
                <a:lnTo>
                  <a:pt x="847331" y="2354961"/>
                </a:lnTo>
                <a:close/>
              </a:path>
              <a:path w="4106545" h="2959100">
                <a:moveTo>
                  <a:pt x="847331" y="1952612"/>
                </a:moveTo>
                <a:lnTo>
                  <a:pt x="836676" y="1952612"/>
                </a:lnTo>
                <a:lnTo>
                  <a:pt x="836676" y="1961756"/>
                </a:lnTo>
                <a:lnTo>
                  <a:pt x="836676" y="2315324"/>
                </a:lnTo>
                <a:lnTo>
                  <a:pt x="833628" y="2315324"/>
                </a:lnTo>
                <a:lnTo>
                  <a:pt x="833628" y="2138540"/>
                </a:lnTo>
                <a:lnTo>
                  <a:pt x="833628" y="1961756"/>
                </a:lnTo>
                <a:lnTo>
                  <a:pt x="836676" y="1961756"/>
                </a:lnTo>
                <a:lnTo>
                  <a:pt x="836676" y="1952612"/>
                </a:lnTo>
                <a:lnTo>
                  <a:pt x="833628" y="1952612"/>
                </a:lnTo>
                <a:lnTo>
                  <a:pt x="833628" y="1951088"/>
                </a:lnTo>
                <a:lnTo>
                  <a:pt x="9144" y="1951088"/>
                </a:lnTo>
                <a:lnTo>
                  <a:pt x="9144" y="1952612"/>
                </a:lnTo>
                <a:lnTo>
                  <a:pt x="0" y="1952612"/>
                </a:lnTo>
                <a:lnTo>
                  <a:pt x="0" y="1961756"/>
                </a:lnTo>
                <a:lnTo>
                  <a:pt x="9144" y="1961756"/>
                </a:lnTo>
                <a:lnTo>
                  <a:pt x="9144" y="2138540"/>
                </a:lnTo>
                <a:lnTo>
                  <a:pt x="18288" y="2138540"/>
                </a:lnTo>
                <a:lnTo>
                  <a:pt x="18288" y="2315324"/>
                </a:lnTo>
                <a:lnTo>
                  <a:pt x="9144" y="2315324"/>
                </a:lnTo>
                <a:lnTo>
                  <a:pt x="0" y="2315324"/>
                </a:lnTo>
                <a:lnTo>
                  <a:pt x="0" y="2324468"/>
                </a:lnTo>
                <a:lnTo>
                  <a:pt x="9144" y="2324468"/>
                </a:lnTo>
                <a:lnTo>
                  <a:pt x="833628" y="2324468"/>
                </a:lnTo>
                <a:lnTo>
                  <a:pt x="836676" y="2324468"/>
                </a:lnTo>
                <a:lnTo>
                  <a:pt x="836676" y="2333612"/>
                </a:lnTo>
                <a:lnTo>
                  <a:pt x="847331" y="2333612"/>
                </a:lnTo>
                <a:lnTo>
                  <a:pt x="847331" y="2324468"/>
                </a:lnTo>
                <a:lnTo>
                  <a:pt x="847331" y="1952612"/>
                </a:lnTo>
                <a:close/>
              </a:path>
              <a:path w="4106545" h="2959100">
                <a:moveTo>
                  <a:pt x="856488" y="2354961"/>
                </a:moveTo>
                <a:lnTo>
                  <a:pt x="847344" y="2354961"/>
                </a:lnTo>
                <a:lnTo>
                  <a:pt x="847344" y="2357996"/>
                </a:lnTo>
                <a:lnTo>
                  <a:pt x="856488" y="2357996"/>
                </a:lnTo>
                <a:lnTo>
                  <a:pt x="856488" y="2354961"/>
                </a:lnTo>
                <a:close/>
              </a:path>
              <a:path w="4106545" h="2959100">
                <a:moveTo>
                  <a:pt x="4088003" y="464820"/>
                </a:moveTo>
                <a:lnTo>
                  <a:pt x="874776" y="464820"/>
                </a:lnTo>
                <a:lnTo>
                  <a:pt x="874776" y="641591"/>
                </a:lnTo>
                <a:lnTo>
                  <a:pt x="4088003" y="641591"/>
                </a:lnTo>
                <a:lnTo>
                  <a:pt x="4088003" y="464820"/>
                </a:lnTo>
                <a:close/>
              </a:path>
              <a:path w="4106545" h="2959100">
                <a:moveTo>
                  <a:pt x="4097147" y="2761856"/>
                </a:moveTo>
                <a:lnTo>
                  <a:pt x="865632" y="2761856"/>
                </a:lnTo>
                <a:lnTo>
                  <a:pt x="865632" y="2770949"/>
                </a:lnTo>
                <a:lnTo>
                  <a:pt x="865632" y="2949562"/>
                </a:lnTo>
                <a:lnTo>
                  <a:pt x="865632" y="2958706"/>
                </a:lnTo>
                <a:lnTo>
                  <a:pt x="4097147" y="2958706"/>
                </a:lnTo>
                <a:lnTo>
                  <a:pt x="4097147" y="2949562"/>
                </a:lnTo>
                <a:lnTo>
                  <a:pt x="4088003" y="2949562"/>
                </a:lnTo>
                <a:lnTo>
                  <a:pt x="4088003" y="2771000"/>
                </a:lnTo>
                <a:lnTo>
                  <a:pt x="4097147" y="2771000"/>
                </a:lnTo>
                <a:lnTo>
                  <a:pt x="4097147" y="2761856"/>
                </a:lnTo>
                <a:close/>
              </a:path>
              <a:path w="4106545" h="2959100">
                <a:moveTo>
                  <a:pt x="4106291" y="2357996"/>
                </a:moveTo>
                <a:lnTo>
                  <a:pt x="4097147" y="2357996"/>
                </a:lnTo>
                <a:lnTo>
                  <a:pt x="4097147" y="2356472"/>
                </a:lnTo>
                <a:lnTo>
                  <a:pt x="865632" y="2356472"/>
                </a:lnTo>
                <a:lnTo>
                  <a:pt x="865632" y="2357996"/>
                </a:lnTo>
                <a:lnTo>
                  <a:pt x="865632" y="2367140"/>
                </a:lnTo>
                <a:lnTo>
                  <a:pt x="865632" y="2720708"/>
                </a:lnTo>
                <a:lnTo>
                  <a:pt x="856488" y="2720708"/>
                </a:lnTo>
                <a:lnTo>
                  <a:pt x="856488" y="2367140"/>
                </a:lnTo>
                <a:lnTo>
                  <a:pt x="865632" y="2367140"/>
                </a:lnTo>
                <a:lnTo>
                  <a:pt x="865632" y="2357996"/>
                </a:lnTo>
                <a:lnTo>
                  <a:pt x="856488" y="2357996"/>
                </a:lnTo>
                <a:lnTo>
                  <a:pt x="847344" y="2358009"/>
                </a:lnTo>
                <a:lnTo>
                  <a:pt x="847344" y="2729852"/>
                </a:lnTo>
                <a:lnTo>
                  <a:pt x="847344" y="2738996"/>
                </a:lnTo>
                <a:lnTo>
                  <a:pt x="856488" y="2738996"/>
                </a:lnTo>
                <a:lnTo>
                  <a:pt x="856488" y="2729852"/>
                </a:lnTo>
                <a:lnTo>
                  <a:pt x="865632" y="2729852"/>
                </a:lnTo>
                <a:lnTo>
                  <a:pt x="4097147" y="2729852"/>
                </a:lnTo>
                <a:lnTo>
                  <a:pt x="4106291" y="2729852"/>
                </a:lnTo>
                <a:lnTo>
                  <a:pt x="4106291" y="2720708"/>
                </a:lnTo>
                <a:lnTo>
                  <a:pt x="4097147" y="2720708"/>
                </a:lnTo>
                <a:lnTo>
                  <a:pt x="4088003" y="2720708"/>
                </a:lnTo>
                <a:lnTo>
                  <a:pt x="4088003" y="2543924"/>
                </a:lnTo>
                <a:lnTo>
                  <a:pt x="4088003" y="2367140"/>
                </a:lnTo>
                <a:lnTo>
                  <a:pt x="4106291" y="2367140"/>
                </a:lnTo>
                <a:lnTo>
                  <a:pt x="4106291" y="2357996"/>
                </a:lnTo>
                <a:close/>
              </a:path>
              <a:path w="4106545" h="2959100">
                <a:moveTo>
                  <a:pt x="4106291" y="1952612"/>
                </a:moveTo>
                <a:lnTo>
                  <a:pt x="4097147" y="1952612"/>
                </a:lnTo>
                <a:lnTo>
                  <a:pt x="4097147" y="1951101"/>
                </a:lnTo>
                <a:lnTo>
                  <a:pt x="865632" y="1951101"/>
                </a:lnTo>
                <a:lnTo>
                  <a:pt x="865632" y="1952612"/>
                </a:lnTo>
                <a:lnTo>
                  <a:pt x="865632" y="1961756"/>
                </a:lnTo>
                <a:lnTo>
                  <a:pt x="865632" y="2315324"/>
                </a:lnTo>
                <a:lnTo>
                  <a:pt x="856488" y="2315324"/>
                </a:lnTo>
                <a:lnTo>
                  <a:pt x="856488" y="1961756"/>
                </a:lnTo>
                <a:lnTo>
                  <a:pt x="865632" y="1961756"/>
                </a:lnTo>
                <a:lnTo>
                  <a:pt x="865632" y="1952612"/>
                </a:lnTo>
                <a:lnTo>
                  <a:pt x="856488" y="1952612"/>
                </a:lnTo>
                <a:lnTo>
                  <a:pt x="847344" y="1952612"/>
                </a:lnTo>
                <a:lnTo>
                  <a:pt x="847344" y="2324468"/>
                </a:lnTo>
                <a:lnTo>
                  <a:pt x="847344" y="2333612"/>
                </a:lnTo>
                <a:lnTo>
                  <a:pt x="856488" y="2333612"/>
                </a:lnTo>
                <a:lnTo>
                  <a:pt x="856488" y="2324468"/>
                </a:lnTo>
                <a:lnTo>
                  <a:pt x="865632" y="2324468"/>
                </a:lnTo>
                <a:lnTo>
                  <a:pt x="4097147" y="2324468"/>
                </a:lnTo>
                <a:lnTo>
                  <a:pt x="4106291" y="2324468"/>
                </a:lnTo>
                <a:lnTo>
                  <a:pt x="4106291" y="2315324"/>
                </a:lnTo>
                <a:lnTo>
                  <a:pt x="4097147" y="2315324"/>
                </a:lnTo>
                <a:lnTo>
                  <a:pt x="4088003" y="2315324"/>
                </a:lnTo>
                <a:lnTo>
                  <a:pt x="4088003" y="2138540"/>
                </a:lnTo>
                <a:lnTo>
                  <a:pt x="4088003" y="1961756"/>
                </a:lnTo>
                <a:lnTo>
                  <a:pt x="4106291" y="1961756"/>
                </a:lnTo>
                <a:lnTo>
                  <a:pt x="4106291" y="1952612"/>
                </a:lnTo>
                <a:close/>
              </a:path>
              <a:path w="4106545" h="2959100">
                <a:moveTo>
                  <a:pt x="4106291" y="1724012"/>
                </a:moveTo>
                <a:lnTo>
                  <a:pt x="4097147" y="1724012"/>
                </a:lnTo>
                <a:lnTo>
                  <a:pt x="865632" y="1724012"/>
                </a:lnTo>
                <a:lnTo>
                  <a:pt x="856488" y="1724012"/>
                </a:lnTo>
                <a:lnTo>
                  <a:pt x="856488" y="1733156"/>
                </a:lnTo>
                <a:lnTo>
                  <a:pt x="865632" y="1733156"/>
                </a:lnTo>
                <a:lnTo>
                  <a:pt x="874776" y="1733156"/>
                </a:lnTo>
                <a:lnTo>
                  <a:pt x="874776" y="1909940"/>
                </a:lnTo>
                <a:lnTo>
                  <a:pt x="865632" y="1909940"/>
                </a:lnTo>
                <a:lnTo>
                  <a:pt x="856488" y="1909940"/>
                </a:lnTo>
                <a:lnTo>
                  <a:pt x="856488" y="1919084"/>
                </a:lnTo>
                <a:lnTo>
                  <a:pt x="865632" y="1919084"/>
                </a:lnTo>
                <a:lnTo>
                  <a:pt x="4097147" y="1919084"/>
                </a:lnTo>
                <a:lnTo>
                  <a:pt x="4106291" y="1919084"/>
                </a:lnTo>
                <a:lnTo>
                  <a:pt x="4106291" y="1909940"/>
                </a:lnTo>
                <a:lnTo>
                  <a:pt x="4097147" y="1909940"/>
                </a:lnTo>
                <a:lnTo>
                  <a:pt x="4088003" y="1909940"/>
                </a:lnTo>
                <a:lnTo>
                  <a:pt x="4088003" y="1733156"/>
                </a:lnTo>
                <a:lnTo>
                  <a:pt x="4097147" y="1733156"/>
                </a:lnTo>
                <a:lnTo>
                  <a:pt x="4106291" y="1733156"/>
                </a:lnTo>
                <a:lnTo>
                  <a:pt x="4106291" y="1724012"/>
                </a:lnTo>
                <a:close/>
              </a:path>
              <a:path w="4106545" h="2959100">
                <a:moveTo>
                  <a:pt x="4106291" y="1318628"/>
                </a:moveTo>
                <a:lnTo>
                  <a:pt x="4097147" y="1318628"/>
                </a:lnTo>
                <a:lnTo>
                  <a:pt x="4097147" y="1317104"/>
                </a:lnTo>
                <a:lnTo>
                  <a:pt x="865632" y="1317104"/>
                </a:lnTo>
                <a:lnTo>
                  <a:pt x="865632" y="1318628"/>
                </a:lnTo>
                <a:lnTo>
                  <a:pt x="856488" y="1318628"/>
                </a:lnTo>
                <a:lnTo>
                  <a:pt x="856488" y="1327772"/>
                </a:lnTo>
                <a:lnTo>
                  <a:pt x="874776" y="1327772"/>
                </a:lnTo>
                <a:lnTo>
                  <a:pt x="874776" y="1504556"/>
                </a:lnTo>
                <a:lnTo>
                  <a:pt x="874776" y="1681340"/>
                </a:lnTo>
                <a:lnTo>
                  <a:pt x="865632" y="1681340"/>
                </a:lnTo>
                <a:lnTo>
                  <a:pt x="856488" y="1681340"/>
                </a:lnTo>
                <a:lnTo>
                  <a:pt x="856488" y="1690484"/>
                </a:lnTo>
                <a:lnTo>
                  <a:pt x="865632" y="1690484"/>
                </a:lnTo>
                <a:lnTo>
                  <a:pt x="4097147" y="1690484"/>
                </a:lnTo>
                <a:lnTo>
                  <a:pt x="4106291" y="1690484"/>
                </a:lnTo>
                <a:lnTo>
                  <a:pt x="4106291" y="1681340"/>
                </a:lnTo>
                <a:lnTo>
                  <a:pt x="4097147" y="1681340"/>
                </a:lnTo>
                <a:lnTo>
                  <a:pt x="4088003" y="1681340"/>
                </a:lnTo>
                <a:lnTo>
                  <a:pt x="4088003" y="1504556"/>
                </a:lnTo>
                <a:lnTo>
                  <a:pt x="4088003" y="1327772"/>
                </a:lnTo>
                <a:lnTo>
                  <a:pt x="4106291" y="1327772"/>
                </a:lnTo>
                <a:lnTo>
                  <a:pt x="4106291" y="1318628"/>
                </a:lnTo>
                <a:close/>
              </a:path>
              <a:path w="4106545" h="2959100">
                <a:moveTo>
                  <a:pt x="4106291" y="1090028"/>
                </a:moveTo>
                <a:lnTo>
                  <a:pt x="4097147" y="1090028"/>
                </a:lnTo>
                <a:lnTo>
                  <a:pt x="865632" y="1090028"/>
                </a:lnTo>
                <a:lnTo>
                  <a:pt x="856488" y="1090028"/>
                </a:lnTo>
                <a:lnTo>
                  <a:pt x="856488" y="1099172"/>
                </a:lnTo>
                <a:lnTo>
                  <a:pt x="865632" y="1099172"/>
                </a:lnTo>
                <a:lnTo>
                  <a:pt x="874776" y="1099172"/>
                </a:lnTo>
                <a:lnTo>
                  <a:pt x="874776" y="1275956"/>
                </a:lnTo>
                <a:lnTo>
                  <a:pt x="865632" y="1275956"/>
                </a:lnTo>
                <a:lnTo>
                  <a:pt x="856488" y="1275956"/>
                </a:lnTo>
                <a:lnTo>
                  <a:pt x="856488" y="1285100"/>
                </a:lnTo>
                <a:lnTo>
                  <a:pt x="865632" y="1285100"/>
                </a:lnTo>
                <a:lnTo>
                  <a:pt x="4097147" y="1285100"/>
                </a:lnTo>
                <a:lnTo>
                  <a:pt x="4106291" y="1285100"/>
                </a:lnTo>
                <a:lnTo>
                  <a:pt x="4106291" y="1275956"/>
                </a:lnTo>
                <a:lnTo>
                  <a:pt x="4097147" y="1275956"/>
                </a:lnTo>
                <a:lnTo>
                  <a:pt x="4088003" y="1275956"/>
                </a:lnTo>
                <a:lnTo>
                  <a:pt x="4088003" y="1099172"/>
                </a:lnTo>
                <a:lnTo>
                  <a:pt x="4097147" y="1099172"/>
                </a:lnTo>
                <a:lnTo>
                  <a:pt x="4106291" y="1099172"/>
                </a:lnTo>
                <a:lnTo>
                  <a:pt x="4106291" y="1090028"/>
                </a:lnTo>
                <a:close/>
              </a:path>
              <a:path w="4106545" h="2959100">
                <a:moveTo>
                  <a:pt x="4106291" y="861428"/>
                </a:moveTo>
                <a:lnTo>
                  <a:pt x="4097147" y="861428"/>
                </a:lnTo>
                <a:lnTo>
                  <a:pt x="865632" y="861428"/>
                </a:lnTo>
                <a:lnTo>
                  <a:pt x="856488" y="861428"/>
                </a:lnTo>
                <a:lnTo>
                  <a:pt x="856488" y="870572"/>
                </a:lnTo>
                <a:lnTo>
                  <a:pt x="865632" y="870572"/>
                </a:lnTo>
                <a:lnTo>
                  <a:pt x="874776" y="870572"/>
                </a:lnTo>
                <a:lnTo>
                  <a:pt x="874776" y="1047356"/>
                </a:lnTo>
                <a:lnTo>
                  <a:pt x="865632" y="1047356"/>
                </a:lnTo>
                <a:lnTo>
                  <a:pt x="856488" y="1047356"/>
                </a:lnTo>
                <a:lnTo>
                  <a:pt x="856488" y="1056500"/>
                </a:lnTo>
                <a:lnTo>
                  <a:pt x="865632" y="1056500"/>
                </a:lnTo>
                <a:lnTo>
                  <a:pt x="4097147" y="1056500"/>
                </a:lnTo>
                <a:lnTo>
                  <a:pt x="4106291" y="1056500"/>
                </a:lnTo>
                <a:lnTo>
                  <a:pt x="4106291" y="1047356"/>
                </a:lnTo>
                <a:lnTo>
                  <a:pt x="4097147" y="1047356"/>
                </a:lnTo>
                <a:lnTo>
                  <a:pt x="4088003" y="1047356"/>
                </a:lnTo>
                <a:lnTo>
                  <a:pt x="4088003" y="870572"/>
                </a:lnTo>
                <a:lnTo>
                  <a:pt x="4097147" y="870572"/>
                </a:lnTo>
                <a:lnTo>
                  <a:pt x="4106291" y="870572"/>
                </a:lnTo>
                <a:lnTo>
                  <a:pt x="4106291" y="861428"/>
                </a:lnTo>
                <a:close/>
              </a:path>
              <a:path w="4106545" h="2959100">
                <a:moveTo>
                  <a:pt x="4106291" y="818756"/>
                </a:moveTo>
                <a:lnTo>
                  <a:pt x="4088003" y="818756"/>
                </a:lnTo>
                <a:lnTo>
                  <a:pt x="4088003" y="641667"/>
                </a:lnTo>
                <a:lnTo>
                  <a:pt x="874776" y="641667"/>
                </a:lnTo>
                <a:lnTo>
                  <a:pt x="874776" y="818756"/>
                </a:lnTo>
                <a:lnTo>
                  <a:pt x="856488" y="818756"/>
                </a:lnTo>
                <a:lnTo>
                  <a:pt x="856488" y="827900"/>
                </a:lnTo>
                <a:lnTo>
                  <a:pt x="865632" y="827900"/>
                </a:lnTo>
                <a:lnTo>
                  <a:pt x="865632" y="829424"/>
                </a:lnTo>
                <a:lnTo>
                  <a:pt x="4097147" y="829424"/>
                </a:lnTo>
                <a:lnTo>
                  <a:pt x="4097147" y="827900"/>
                </a:lnTo>
                <a:lnTo>
                  <a:pt x="4106291" y="827900"/>
                </a:lnTo>
                <a:lnTo>
                  <a:pt x="4106291" y="818756"/>
                </a:lnTo>
                <a:close/>
              </a:path>
              <a:path w="4106545" h="2959100">
                <a:moveTo>
                  <a:pt x="4106291" y="455663"/>
                </a:moveTo>
                <a:lnTo>
                  <a:pt x="4097147" y="455663"/>
                </a:lnTo>
                <a:lnTo>
                  <a:pt x="865632" y="455663"/>
                </a:lnTo>
                <a:lnTo>
                  <a:pt x="856488" y="455663"/>
                </a:lnTo>
                <a:lnTo>
                  <a:pt x="856488" y="464807"/>
                </a:lnTo>
                <a:lnTo>
                  <a:pt x="865632" y="464807"/>
                </a:lnTo>
                <a:lnTo>
                  <a:pt x="4097147" y="464807"/>
                </a:lnTo>
                <a:lnTo>
                  <a:pt x="4106291" y="464807"/>
                </a:lnTo>
                <a:lnTo>
                  <a:pt x="4106291" y="455663"/>
                </a:lnTo>
                <a:close/>
              </a:path>
              <a:path w="4106545" h="2959100">
                <a:moveTo>
                  <a:pt x="4106291" y="228600"/>
                </a:moveTo>
                <a:lnTo>
                  <a:pt x="4097147" y="228600"/>
                </a:lnTo>
                <a:lnTo>
                  <a:pt x="4097147" y="227063"/>
                </a:lnTo>
                <a:lnTo>
                  <a:pt x="865632" y="227063"/>
                </a:lnTo>
                <a:lnTo>
                  <a:pt x="865632" y="228600"/>
                </a:lnTo>
                <a:lnTo>
                  <a:pt x="856488" y="228600"/>
                </a:lnTo>
                <a:lnTo>
                  <a:pt x="856488" y="237731"/>
                </a:lnTo>
                <a:lnTo>
                  <a:pt x="874776" y="237731"/>
                </a:lnTo>
                <a:lnTo>
                  <a:pt x="874776" y="412991"/>
                </a:lnTo>
                <a:lnTo>
                  <a:pt x="856488" y="412991"/>
                </a:lnTo>
                <a:lnTo>
                  <a:pt x="856488" y="422135"/>
                </a:lnTo>
                <a:lnTo>
                  <a:pt x="865632" y="422135"/>
                </a:lnTo>
                <a:lnTo>
                  <a:pt x="865632" y="423659"/>
                </a:lnTo>
                <a:lnTo>
                  <a:pt x="4097147" y="423659"/>
                </a:lnTo>
                <a:lnTo>
                  <a:pt x="4097147" y="422135"/>
                </a:lnTo>
                <a:lnTo>
                  <a:pt x="4106291" y="422135"/>
                </a:lnTo>
                <a:lnTo>
                  <a:pt x="4106291" y="412991"/>
                </a:lnTo>
                <a:lnTo>
                  <a:pt x="4088003" y="412991"/>
                </a:lnTo>
                <a:lnTo>
                  <a:pt x="4088003" y="237731"/>
                </a:lnTo>
                <a:lnTo>
                  <a:pt x="4106291" y="237731"/>
                </a:lnTo>
                <a:lnTo>
                  <a:pt x="4106291" y="228600"/>
                </a:lnTo>
                <a:close/>
              </a:path>
              <a:path w="4106545" h="2959100">
                <a:moveTo>
                  <a:pt x="4106291" y="185928"/>
                </a:moveTo>
                <a:lnTo>
                  <a:pt x="4097147" y="185928"/>
                </a:lnTo>
                <a:lnTo>
                  <a:pt x="865632" y="185928"/>
                </a:lnTo>
                <a:lnTo>
                  <a:pt x="856488" y="185928"/>
                </a:lnTo>
                <a:lnTo>
                  <a:pt x="856488" y="195059"/>
                </a:lnTo>
                <a:lnTo>
                  <a:pt x="865632" y="195059"/>
                </a:lnTo>
                <a:lnTo>
                  <a:pt x="4097147" y="195059"/>
                </a:lnTo>
                <a:lnTo>
                  <a:pt x="4106291" y="195059"/>
                </a:lnTo>
                <a:lnTo>
                  <a:pt x="4106291" y="185928"/>
                </a:lnTo>
                <a:close/>
              </a:path>
              <a:path w="4106545" h="2959100">
                <a:moveTo>
                  <a:pt x="4106291" y="0"/>
                </a:moveTo>
                <a:lnTo>
                  <a:pt x="856488" y="0"/>
                </a:lnTo>
                <a:lnTo>
                  <a:pt x="856488" y="9131"/>
                </a:lnTo>
                <a:lnTo>
                  <a:pt x="874776" y="9131"/>
                </a:lnTo>
                <a:lnTo>
                  <a:pt x="874776" y="185915"/>
                </a:lnTo>
                <a:lnTo>
                  <a:pt x="4088003" y="185915"/>
                </a:lnTo>
                <a:lnTo>
                  <a:pt x="4088003" y="9131"/>
                </a:lnTo>
                <a:lnTo>
                  <a:pt x="4106291" y="9131"/>
                </a:lnTo>
                <a:lnTo>
                  <a:pt x="4106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76879" y="5482475"/>
            <a:ext cx="3269615" cy="207645"/>
          </a:xfrm>
          <a:custGeom>
            <a:avLst/>
            <a:gdLst/>
            <a:ahLst/>
            <a:cxnLst/>
            <a:rect l="l" t="t" r="r" b="b"/>
            <a:pathLst>
              <a:path w="3269615" h="207645">
                <a:moveTo>
                  <a:pt x="10655" y="0"/>
                </a:moveTo>
                <a:lnTo>
                  <a:pt x="0" y="0"/>
                </a:lnTo>
                <a:lnTo>
                  <a:pt x="0" y="2984"/>
                </a:lnTo>
                <a:lnTo>
                  <a:pt x="0" y="198361"/>
                </a:lnTo>
                <a:lnTo>
                  <a:pt x="0" y="207505"/>
                </a:lnTo>
                <a:lnTo>
                  <a:pt x="10655" y="207505"/>
                </a:lnTo>
                <a:lnTo>
                  <a:pt x="10655" y="198361"/>
                </a:lnTo>
                <a:lnTo>
                  <a:pt x="10655" y="3035"/>
                </a:lnTo>
                <a:lnTo>
                  <a:pt x="10655" y="0"/>
                </a:lnTo>
                <a:close/>
              </a:path>
              <a:path w="3269615" h="207645">
                <a:moveTo>
                  <a:pt x="3269615" y="3035"/>
                </a:moveTo>
                <a:lnTo>
                  <a:pt x="19812" y="3035"/>
                </a:lnTo>
                <a:lnTo>
                  <a:pt x="19812" y="0"/>
                </a:lnTo>
                <a:lnTo>
                  <a:pt x="10668" y="0"/>
                </a:lnTo>
                <a:lnTo>
                  <a:pt x="10668" y="2984"/>
                </a:lnTo>
                <a:lnTo>
                  <a:pt x="10668" y="198361"/>
                </a:lnTo>
                <a:lnTo>
                  <a:pt x="10668" y="207505"/>
                </a:lnTo>
                <a:lnTo>
                  <a:pt x="19812" y="207505"/>
                </a:lnTo>
                <a:lnTo>
                  <a:pt x="19812" y="198361"/>
                </a:lnTo>
                <a:lnTo>
                  <a:pt x="3269615" y="198361"/>
                </a:lnTo>
                <a:lnTo>
                  <a:pt x="3269615" y="189217"/>
                </a:lnTo>
                <a:lnTo>
                  <a:pt x="19812" y="189217"/>
                </a:lnTo>
                <a:lnTo>
                  <a:pt x="19812" y="12179"/>
                </a:lnTo>
                <a:lnTo>
                  <a:pt x="3269615" y="12179"/>
                </a:lnTo>
                <a:lnTo>
                  <a:pt x="3269615" y="30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604" y="6097904"/>
            <a:ext cx="16084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Credit_bureau: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85748" y="6519036"/>
          <a:ext cx="5966460" cy="3159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685"/>
                <a:gridCol w="931544"/>
                <a:gridCol w="3096895"/>
              </a:tblGrid>
              <a:tr h="227838">
                <a:tc>
                  <a:txBody>
                    <a:bodyPr/>
                    <a:lstStyle/>
                    <a:p>
                      <a:pPr marL="513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381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identifier for each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credit_bureau_u_id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Unique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identifier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 bureau.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14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company_id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int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440690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company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associated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with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 </a:t>
                      </a:r>
                      <a:r>
                        <a:rPr dirty="0" sz="1050" spc="-27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4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 spc="-3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98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credit_bureau_logo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61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61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URL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path to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logo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61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credit_bureau_address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varchar(1000)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Address</a:t>
                      </a:r>
                      <a:r>
                        <a:rPr dirty="0" sz="1050" spc="-3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50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credit_bureau_phone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Phone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number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credit_bureau_city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City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where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 located.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credit_bureau_state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State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where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located.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credit_bureau_zip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ZIP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code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bureau's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location.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2453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credit_bureau_country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varchar(255)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Country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where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 bureau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is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located.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8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3265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credit_bureau_create_date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and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time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when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was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created.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896416" y="6551053"/>
            <a:ext cx="2836545" cy="1285240"/>
          </a:xfrm>
          <a:custGeom>
            <a:avLst/>
            <a:gdLst/>
            <a:ahLst/>
            <a:cxnLst/>
            <a:rect l="l" t="t" r="r" b="b"/>
            <a:pathLst>
              <a:path w="2836545" h="1285240">
                <a:moveTo>
                  <a:pt x="1905254" y="1275588"/>
                </a:moveTo>
                <a:lnTo>
                  <a:pt x="1902206" y="1275588"/>
                </a:lnTo>
                <a:lnTo>
                  <a:pt x="9144" y="1275588"/>
                </a:lnTo>
                <a:lnTo>
                  <a:pt x="0" y="1275588"/>
                </a:lnTo>
                <a:lnTo>
                  <a:pt x="0" y="1284719"/>
                </a:lnTo>
                <a:lnTo>
                  <a:pt x="9144" y="1284719"/>
                </a:lnTo>
                <a:lnTo>
                  <a:pt x="1902206" y="1284719"/>
                </a:lnTo>
                <a:lnTo>
                  <a:pt x="1905254" y="1284719"/>
                </a:lnTo>
                <a:lnTo>
                  <a:pt x="1905254" y="1275588"/>
                </a:lnTo>
                <a:close/>
              </a:path>
              <a:path w="2836545" h="1285240">
                <a:moveTo>
                  <a:pt x="1905254" y="1091184"/>
                </a:moveTo>
                <a:lnTo>
                  <a:pt x="1902206" y="1091184"/>
                </a:lnTo>
                <a:lnTo>
                  <a:pt x="1902206" y="1089660"/>
                </a:lnTo>
                <a:lnTo>
                  <a:pt x="9144" y="1089660"/>
                </a:lnTo>
                <a:lnTo>
                  <a:pt x="9144" y="1091184"/>
                </a:lnTo>
                <a:lnTo>
                  <a:pt x="0" y="1091184"/>
                </a:lnTo>
                <a:lnTo>
                  <a:pt x="0" y="1100315"/>
                </a:lnTo>
                <a:lnTo>
                  <a:pt x="18288" y="1100315"/>
                </a:lnTo>
                <a:lnTo>
                  <a:pt x="18288" y="1275575"/>
                </a:lnTo>
                <a:lnTo>
                  <a:pt x="1893062" y="1275575"/>
                </a:lnTo>
                <a:lnTo>
                  <a:pt x="1893062" y="1100315"/>
                </a:lnTo>
                <a:lnTo>
                  <a:pt x="1905254" y="1100315"/>
                </a:lnTo>
                <a:lnTo>
                  <a:pt x="1905254" y="1091184"/>
                </a:lnTo>
                <a:close/>
              </a:path>
              <a:path w="2836545" h="1285240">
                <a:moveTo>
                  <a:pt x="1905254" y="1048512"/>
                </a:moveTo>
                <a:lnTo>
                  <a:pt x="1902206" y="1048512"/>
                </a:lnTo>
                <a:lnTo>
                  <a:pt x="9144" y="1048512"/>
                </a:lnTo>
                <a:lnTo>
                  <a:pt x="0" y="1048512"/>
                </a:lnTo>
                <a:lnTo>
                  <a:pt x="0" y="1057643"/>
                </a:lnTo>
                <a:lnTo>
                  <a:pt x="9144" y="1057643"/>
                </a:lnTo>
                <a:lnTo>
                  <a:pt x="1902206" y="1057643"/>
                </a:lnTo>
                <a:lnTo>
                  <a:pt x="1905254" y="1057643"/>
                </a:lnTo>
                <a:lnTo>
                  <a:pt x="1905254" y="1048512"/>
                </a:lnTo>
                <a:close/>
              </a:path>
              <a:path w="2836545" h="1285240">
                <a:moveTo>
                  <a:pt x="1905254" y="684263"/>
                </a:moveTo>
                <a:lnTo>
                  <a:pt x="1902206" y="684263"/>
                </a:lnTo>
                <a:lnTo>
                  <a:pt x="9144" y="684263"/>
                </a:lnTo>
                <a:lnTo>
                  <a:pt x="0" y="684263"/>
                </a:lnTo>
                <a:lnTo>
                  <a:pt x="0" y="693407"/>
                </a:lnTo>
                <a:lnTo>
                  <a:pt x="9144" y="693407"/>
                </a:lnTo>
                <a:lnTo>
                  <a:pt x="9144" y="870191"/>
                </a:lnTo>
                <a:lnTo>
                  <a:pt x="18288" y="870191"/>
                </a:lnTo>
                <a:lnTo>
                  <a:pt x="18288" y="1048499"/>
                </a:lnTo>
                <a:lnTo>
                  <a:pt x="1893062" y="1048499"/>
                </a:lnTo>
                <a:lnTo>
                  <a:pt x="1893062" y="870191"/>
                </a:lnTo>
                <a:lnTo>
                  <a:pt x="1902206" y="870191"/>
                </a:lnTo>
                <a:lnTo>
                  <a:pt x="1902206" y="693407"/>
                </a:lnTo>
                <a:lnTo>
                  <a:pt x="1905254" y="693407"/>
                </a:lnTo>
                <a:lnTo>
                  <a:pt x="1905254" y="684263"/>
                </a:lnTo>
                <a:close/>
              </a:path>
              <a:path w="2836545" h="1285240">
                <a:moveTo>
                  <a:pt x="1905254" y="457200"/>
                </a:moveTo>
                <a:lnTo>
                  <a:pt x="1902206" y="457200"/>
                </a:lnTo>
                <a:lnTo>
                  <a:pt x="1902206" y="455663"/>
                </a:lnTo>
                <a:lnTo>
                  <a:pt x="9144" y="455663"/>
                </a:lnTo>
                <a:lnTo>
                  <a:pt x="9144" y="457200"/>
                </a:lnTo>
                <a:lnTo>
                  <a:pt x="0" y="457200"/>
                </a:lnTo>
                <a:lnTo>
                  <a:pt x="0" y="466331"/>
                </a:lnTo>
                <a:lnTo>
                  <a:pt x="18288" y="466331"/>
                </a:lnTo>
                <a:lnTo>
                  <a:pt x="18288" y="641591"/>
                </a:lnTo>
                <a:lnTo>
                  <a:pt x="0" y="641591"/>
                </a:lnTo>
                <a:lnTo>
                  <a:pt x="0" y="650735"/>
                </a:lnTo>
                <a:lnTo>
                  <a:pt x="9144" y="650735"/>
                </a:lnTo>
                <a:lnTo>
                  <a:pt x="9144" y="652259"/>
                </a:lnTo>
                <a:lnTo>
                  <a:pt x="1902206" y="652259"/>
                </a:lnTo>
                <a:lnTo>
                  <a:pt x="1902206" y="650735"/>
                </a:lnTo>
                <a:lnTo>
                  <a:pt x="1905254" y="650735"/>
                </a:lnTo>
                <a:lnTo>
                  <a:pt x="1905254" y="641591"/>
                </a:lnTo>
                <a:lnTo>
                  <a:pt x="1893062" y="641591"/>
                </a:lnTo>
                <a:lnTo>
                  <a:pt x="1893062" y="466331"/>
                </a:lnTo>
                <a:lnTo>
                  <a:pt x="1905254" y="466331"/>
                </a:lnTo>
                <a:lnTo>
                  <a:pt x="1905254" y="457200"/>
                </a:lnTo>
                <a:close/>
              </a:path>
              <a:path w="2836545" h="1285240">
                <a:moveTo>
                  <a:pt x="1905254" y="228600"/>
                </a:moveTo>
                <a:lnTo>
                  <a:pt x="1902206" y="228600"/>
                </a:lnTo>
                <a:lnTo>
                  <a:pt x="9144" y="228600"/>
                </a:lnTo>
                <a:lnTo>
                  <a:pt x="0" y="228600"/>
                </a:lnTo>
                <a:lnTo>
                  <a:pt x="0" y="237731"/>
                </a:lnTo>
                <a:lnTo>
                  <a:pt x="9144" y="237731"/>
                </a:lnTo>
                <a:lnTo>
                  <a:pt x="18288" y="237731"/>
                </a:lnTo>
                <a:lnTo>
                  <a:pt x="18288" y="414515"/>
                </a:lnTo>
                <a:lnTo>
                  <a:pt x="9144" y="414515"/>
                </a:lnTo>
                <a:lnTo>
                  <a:pt x="0" y="414515"/>
                </a:lnTo>
                <a:lnTo>
                  <a:pt x="0" y="423659"/>
                </a:lnTo>
                <a:lnTo>
                  <a:pt x="9144" y="423659"/>
                </a:lnTo>
                <a:lnTo>
                  <a:pt x="1902206" y="423659"/>
                </a:lnTo>
                <a:lnTo>
                  <a:pt x="1905254" y="423659"/>
                </a:lnTo>
                <a:lnTo>
                  <a:pt x="1905254" y="414515"/>
                </a:lnTo>
                <a:lnTo>
                  <a:pt x="1902206" y="414515"/>
                </a:lnTo>
                <a:lnTo>
                  <a:pt x="1893062" y="414515"/>
                </a:lnTo>
                <a:lnTo>
                  <a:pt x="1893062" y="237731"/>
                </a:lnTo>
                <a:lnTo>
                  <a:pt x="1902206" y="237731"/>
                </a:lnTo>
                <a:lnTo>
                  <a:pt x="1905254" y="237731"/>
                </a:lnTo>
                <a:lnTo>
                  <a:pt x="1905254" y="228600"/>
                </a:lnTo>
                <a:close/>
              </a:path>
              <a:path w="2836545" h="1285240">
                <a:moveTo>
                  <a:pt x="1905254" y="0"/>
                </a:moveTo>
                <a:lnTo>
                  <a:pt x="1902206" y="0"/>
                </a:lnTo>
                <a:lnTo>
                  <a:pt x="1893138" y="0"/>
                </a:lnTo>
                <a:lnTo>
                  <a:pt x="1893138" y="9131"/>
                </a:lnTo>
                <a:lnTo>
                  <a:pt x="1893138" y="185915"/>
                </a:lnTo>
                <a:lnTo>
                  <a:pt x="1893062" y="9131"/>
                </a:lnTo>
                <a:lnTo>
                  <a:pt x="1893138" y="0"/>
                </a:lnTo>
                <a:lnTo>
                  <a:pt x="9144" y="0"/>
                </a:lnTo>
                <a:lnTo>
                  <a:pt x="0" y="0"/>
                </a:lnTo>
                <a:lnTo>
                  <a:pt x="0" y="9131"/>
                </a:lnTo>
                <a:lnTo>
                  <a:pt x="9144" y="9131"/>
                </a:lnTo>
                <a:lnTo>
                  <a:pt x="18288" y="9131"/>
                </a:lnTo>
                <a:lnTo>
                  <a:pt x="18288" y="185915"/>
                </a:lnTo>
                <a:lnTo>
                  <a:pt x="9144" y="185915"/>
                </a:lnTo>
                <a:lnTo>
                  <a:pt x="0" y="185915"/>
                </a:lnTo>
                <a:lnTo>
                  <a:pt x="0" y="195059"/>
                </a:lnTo>
                <a:lnTo>
                  <a:pt x="9144" y="195059"/>
                </a:lnTo>
                <a:lnTo>
                  <a:pt x="1902206" y="195059"/>
                </a:lnTo>
                <a:lnTo>
                  <a:pt x="1905254" y="195059"/>
                </a:lnTo>
                <a:lnTo>
                  <a:pt x="1905254" y="185915"/>
                </a:lnTo>
                <a:lnTo>
                  <a:pt x="1902282" y="185915"/>
                </a:lnTo>
                <a:lnTo>
                  <a:pt x="1902282" y="9131"/>
                </a:lnTo>
                <a:lnTo>
                  <a:pt x="1905254" y="9131"/>
                </a:lnTo>
                <a:lnTo>
                  <a:pt x="1905254" y="0"/>
                </a:lnTo>
                <a:close/>
              </a:path>
              <a:path w="2836545" h="1285240">
                <a:moveTo>
                  <a:pt x="2836494" y="0"/>
                </a:moveTo>
                <a:lnTo>
                  <a:pt x="2833446" y="0"/>
                </a:lnTo>
                <a:lnTo>
                  <a:pt x="1943430" y="0"/>
                </a:lnTo>
                <a:lnTo>
                  <a:pt x="1943430" y="9131"/>
                </a:lnTo>
                <a:lnTo>
                  <a:pt x="1943430" y="185915"/>
                </a:lnTo>
                <a:lnTo>
                  <a:pt x="1943417" y="9131"/>
                </a:lnTo>
                <a:lnTo>
                  <a:pt x="1943430" y="0"/>
                </a:lnTo>
                <a:lnTo>
                  <a:pt x="1934286" y="0"/>
                </a:lnTo>
                <a:lnTo>
                  <a:pt x="1925142" y="0"/>
                </a:lnTo>
                <a:lnTo>
                  <a:pt x="1925142" y="9131"/>
                </a:lnTo>
                <a:lnTo>
                  <a:pt x="1934286" y="9131"/>
                </a:lnTo>
                <a:lnTo>
                  <a:pt x="1934286" y="185915"/>
                </a:lnTo>
                <a:lnTo>
                  <a:pt x="1925142" y="185915"/>
                </a:lnTo>
                <a:lnTo>
                  <a:pt x="1925142" y="195059"/>
                </a:lnTo>
                <a:lnTo>
                  <a:pt x="1934286" y="195059"/>
                </a:lnTo>
                <a:lnTo>
                  <a:pt x="2833446" y="195059"/>
                </a:lnTo>
                <a:lnTo>
                  <a:pt x="2836494" y="195059"/>
                </a:lnTo>
                <a:lnTo>
                  <a:pt x="2836494" y="185915"/>
                </a:lnTo>
                <a:lnTo>
                  <a:pt x="2833446" y="185915"/>
                </a:lnTo>
                <a:lnTo>
                  <a:pt x="2824302" y="185915"/>
                </a:lnTo>
                <a:lnTo>
                  <a:pt x="2824302" y="9131"/>
                </a:lnTo>
                <a:lnTo>
                  <a:pt x="2833446" y="9131"/>
                </a:lnTo>
                <a:lnTo>
                  <a:pt x="2836494" y="9131"/>
                </a:lnTo>
                <a:lnTo>
                  <a:pt x="28364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85748" y="925829"/>
          <a:ext cx="5966460" cy="1327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685"/>
                <a:gridCol w="931544"/>
                <a:gridCol w="3096895"/>
              </a:tblGrid>
              <a:tr h="228091">
                <a:tc>
                  <a:txBody>
                    <a:bodyPr/>
                    <a:lstStyle/>
                    <a:p>
                      <a:pPr marL="5130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Column</a:t>
                      </a:r>
                      <a:r>
                        <a:rPr dirty="0" sz="1050" spc="-6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Data</a:t>
                      </a:r>
                      <a:r>
                        <a:rPr dirty="0" sz="1050" spc="-4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Type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50" spc="-5" b="1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49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credit_bureau_create_by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User who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created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 credit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130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credit_bureau_modified_date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datetime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marR="331470">
                        <a:lnSpc>
                          <a:spcPct val="110500"/>
                        </a:lnSpc>
                        <a:spcBef>
                          <a:spcPts val="150"/>
                        </a:spcBef>
                      </a:pP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Date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and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time when the credit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was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last </a:t>
                      </a:r>
                      <a:r>
                        <a:rPr dirty="0" sz="1050" spc="-28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modified.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190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1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credit_bureau_modified_by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User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who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last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modified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1050" spc="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 spc="-1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23266"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credit_bureau_fax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varchar(45)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Fax</a:t>
                      </a:r>
                      <a:r>
                        <a:rPr dirty="0" sz="1050" spc="-1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number of the</a:t>
                      </a:r>
                      <a:r>
                        <a:rPr dirty="0" sz="1050" spc="-2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credit</a:t>
                      </a:r>
                      <a:r>
                        <a:rPr dirty="0" sz="1050" spc="-25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>
                          <a:solidFill>
                            <a:srgbClr val="0D0D0D"/>
                          </a:solidFill>
                          <a:latin typeface="Segoe UI"/>
                          <a:cs typeface="Segoe UI"/>
                        </a:rPr>
                        <a:t>bureau.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359153" y="3062985"/>
            <a:ext cx="364045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3.4 Use case </a:t>
            </a:r>
            <a:r>
              <a:rPr dirty="0" sz="1600" b="1">
                <a:latin typeface="Times New Roman"/>
                <a:cs typeface="Times New Roman"/>
              </a:rPr>
              <a:t>diagram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for</a:t>
            </a:r>
            <a:r>
              <a:rPr dirty="0" sz="1600" spc="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generating</a:t>
            </a:r>
            <a:r>
              <a:rPr dirty="0" sz="1600" spc="1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letter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9196577"/>
            <a:ext cx="16109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3.5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Class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Diagram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5595620" cy="73469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9327591"/>
            <a:ext cx="2120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3.6.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Activity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Diagram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5422519" cy="590232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927861"/>
            <a:ext cx="413575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95"/>
              </a:spcBef>
              <a:buSzPct val="112500"/>
              <a:buFont typeface="Symbol"/>
              <a:buChar char=""/>
              <a:tabLst>
                <a:tab pos="241300" algn="l"/>
              </a:tabLst>
            </a:pPr>
            <a:r>
              <a:rPr dirty="0" sz="1600" spc="-5" b="1">
                <a:latin typeface="Times New Roman"/>
                <a:cs typeface="Times New Roman"/>
              </a:rPr>
              <a:t>Activity </a:t>
            </a:r>
            <a:r>
              <a:rPr dirty="0" sz="1600" b="1">
                <a:latin typeface="Times New Roman"/>
                <a:cs typeface="Times New Roman"/>
              </a:rPr>
              <a:t>Diagram</a:t>
            </a:r>
            <a:r>
              <a:rPr dirty="0" sz="1600" spc="7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for generating</a:t>
            </a:r>
            <a:r>
              <a:rPr dirty="0" sz="1600" spc="1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metro</a:t>
            </a:r>
            <a:r>
              <a:rPr dirty="0" sz="160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letter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9121902"/>
            <a:ext cx="2264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3.7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Deployment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Diagram: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3925" y="1755457"/>
            <a:ext cx="5615940" cy="7228205"/>
            <a:chOff x="923925" y="1755457"/>
            <a:chExt cx="5615940" cy="72282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450" y="1764918"/>
              <a:ext cx="5596890" cy="72089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8687" y="1760219"/>
              <a:ext cx="5606415" cy="7218680"/>
            </a:xfrm>
            <a:custGeom>
              <a:avLst/>
              <a:gdLst/>
              <a:ahLst/>
              <a:cxnLst/>
              <a:rect l="l" t="t" r="r" b="b"/>
              <a:pathLst>
                <a:path w="5606415" h="7218680">
                  <a:moveTo>
                    <a:pt x="0" y="7218425"/>
                  </a:moveTo>
                  <a:lnTo>
                    <a:pt x="5606415" y="7218425"/>
                  </a:lnTo>
                  <a:lnTo>
                    <a:pt x="5606415" y="0"/>
                  </a:lnTo>
                  <a:lnTo>
                    <a:pt x="0" y="0"/>
                  </a:lnTo>
                  <a:lnTo>
                    <a:pt x="0" y="72184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35390"/>
            <a:ext cx="328802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Times New Roman"/>
                <a:cs typeface="Times New Roman"/>
              </a:rPr>
              <a:t>3.9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Sample</a:t>
            </a:r>
            <a:r>
              <a:rPr dirty="0" sz="1600" spc="1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Input</a:t>
            </a:r>
            <a:r>
              <a:rPr dirty="0" sz="1600" spc="10" b="1">
                <a:latin typeface="Times New Roman"/>
                <a:cs typeface="Times New Roman"/>
              </a:rPr>
              <a:t> </a:t>
            </a:r>
            <a:r>
              <a:rPr dirty="0" sz="1600" spc="-5" b="1">
                <a:latin typeface="Times New Roman"/>
                <a:cs typeface="Times New Roman"/>
              </a:rPr>
              <a:t>and Output Screens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310639"/>
            <a:ext cx="5292979" cy="484263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5214239" cy="2616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088891"/>
            <a:ext cx="5495163" cy="299605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5322570" cy="31153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200651"/>
            <a:ext cx="5461254" cy="30778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5801359" cy="27971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dcterms:created xsi:type="dcterms:W3CDTF">2024-04-29T03:02:13Z</dcterms:created>
  <dcterms:modified xsi:type="dcterms:W3CDTF">2024-04-29T03:02:13Z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2024-04-29T00:00:00Z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2024-04-29T00:00:00Z</vt:filetime>
  </property>
</Properties>
</file>